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0" r:id="rId2"/>
    <p:sldMasterId id="2147483651" r:id="rId3"/>
  </p:sldMasterIdLst>
  <p:notesMasterIdLst>
    <p:notesMasterId r:id="rId5"/>
  </p:notesMasterIdLst>
  <p:sldIdLst>
    <p:sldId id="256" r:id="rId4"/>
  </p:sldIdLst>
  <p:sldSz cx="30275213" cy="4280376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52" userDrawn="1">
          <p15:clr>
            <a:srgbClr val="A4A3A4"/>
          </p15:clr>
        </p15:guide>
        <p15:guide id="2" orient="horz" pos="24328" userDrawn="1">
          <p15:clr>
            <a:srgbClr val="A4A3A4"/>
          </p15:clr>
        </p15:guide>
        <p15:guide id="3" pos="-1319" userDrawn="1">
          <p15:clr>
            <a:srgbClr val="A4A3A4"/>
          </p15:clr>
        </p15:guide>
        <p15:guide id="4" pos="5663" userDrawn="1">
          <p15:clr>
            <a:srgbClr val="A4A3A4"/>
          </p15:clr>
        </p15:guide>
        <p15:guide id="5" pos="6027" userDrawn="1">
          <p15:clr>
            <a:srgbClr val="A4A3A4"/>
          </p15:clr>
        </p15:guide>
        <p15:guide id="6" pos="20354" userDrawn="1">
          <p15:clr>
            <a:srgbClr val="A4A3A4"/>
          </p15:clr>
        </p15:guide>
        <p15:guide id="7" pos="13008" userDrawn="1">
          <p15:clr>
            <a:srgbClr val="A4A3A4"/>
          </p15:clr>
        </p15:guide>
        <p15:guide id="8" pos="133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500"/>
    <a:srgbClr val="262626"/>
    <a:srgbClr val="1A1A1A"/>
    <a:srgbClr val="FF791E"/>
    <a:srgbClr val="B5A569"/>
    <a:srgbClr val="7BB9CB"/>
    <a:srgbClr val="005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4558"/>
  </p:normalViewPr>
  <p:slideViewPr>
    <p:cSldViewPr snapToGrid="0" snapToObjects="1">
      <p:cViewPr>
        <p:scale>
          <a:sx n="125" d="100"/>
          <a:sy n="125" d="100"/>
        </p:scale>
        <p:origin x="278" y="-9830"/>
      </p:cViewPr>
      <p:guideLst>
        <p:guide orient="horz" pos="5452"/>
        <p:guide orient="horz" pos="24328"/>
        <p:guide pos="-1319"/>
        <p:guide pos="5663"/>
        <p:guide pos="6027"/>
        <p:guide pos="20354"/>
        <p:guide pos="13008"/>
        <p:guide pos="1337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34C530-5A58-4149-AC98-876DD53A29B3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E"/>
        </a:p>
      </dgm:t>
    </dgm:pt>
    <dgm:pt modelId="{26D1E702-1380-414E-8B4E-B54CE129D437}">
      <dgm:prSet phldrT="[Text]" custT="1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sz="2800" dirty="0"/>
            <a:t>Title + description combined</a:t>
          </a:r>
        </a:p>
      </dgm:t>
    </dgm:pt>
    <dgm:pt modelId="{F8956EC4-DA74-404A-AFD6-62B3F21A14E0}" type="parTrans" cxnId="{08E793B5-6D9F-4942-A9BC-5CDAD3D02761}">
      <dgm:prSet/>
      <dgm:spPr/>
      <dgm:t>
        <a:bodyPr/>
        <a:lstStyle/>
        <a:p>
          <a:endParaRPr lang="en-IE"/>
        </a:p>
      </dgm:t>
    </dgm:pt>
    <dgm:pt modelId="{A429E6F0-9EB3-45F1-9AAB-7BD5AD18C467}" type="sibTrans" cxnId="{08E793B5-6D9F-4942-A9BC-5CDAD3D02761}">
      <dgm:prSet/>
      <dgm:spPr/>
      <dgm:t>
        <a:bodyPr/>
        <a:lstStyle/>
        <a:p>
          <a:endParaRPr lang="en-IE"/>
        </a:p>
      </dgm:t>
    </dgm:pt>
    <dgm:pt modelId="{B84BCC7A-C999-464F-96E0-EB87AC371A9F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HTML removed (regex)</a:t>
          </a:r>
        </a:p>
      </dgm:t>
    </dgm:pt>
    <dgm:pt modelId="{1701475C-1CA6-41E8-8F8D-691A2760BE65}" type="parTrans" cxnId="{1785D7F6-3333-4348-9964-85677733A290}">
      <dgm:prSet/>
      <dgm:spPr/>
      <dgm:t>
        <a:bodyPr/>
        <a:lstStyle/>
        <a:p>
          <a:endParaRPr lang="en-IE"/>
        </a:p>
      </dgm:t>
    </dgm:pt>
    <dgm:pt modelId="{6FBB0458-BE62-4B31-9B39-F9E2A12AF6D3}" type="sibTrans" cxnId="{1785D7F6-3333-4348-9964-85677733A290}">
      <dgm:prSet/>
      <dgm:spPr/>
      <dgm:t>
        <a:bodyPr/>
        <a:lstStyle/>
        <a:p>
          <a:endParaRPr lang="en-IE"/>
        </a:p>
      </dgm:t>
    </dgm:pt>
    <dgm:pt modelId="{40E71C57-5082-4EBD-94B6-0BE8ADC5A6E1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GB" dirty="0"/>
            <a:t>TF-IDF (word 1–3, char 3–5)</a:t>
          </a:r>
          <a:endParaRPr lang="en-IE" dirty="0"/>
        </a:p>
      </dgm:t>
    </dgm:pt>
    <dgm:pt modelId="{09AE2F8D-CD1B-493A-B2CC-57B11A8D888E}" type="parTrans" cxnId="{AB7271B9-AB6B-4A9A-99BD-748433470A80}">
      <dgm:prSet/>
      <dgm:spPr/>
      <dgm:t>
        <a:bodyPr/>
        <a:lstStyle/>
        <a:p>
          <a:endParaRPr lang="en-IE"/>
        </a:p>
      </dgm:t>
    </dgm:pt>
    <dgm:pt modelId="{58C0809A-34BD-4035-8D7A-6117FF0A7578}" type="sibTrans" cxnId="{AB7271B9-AB6B-4A9A-99BD-748433470A80}">
      <dgm:prSet/>
      <dgm:spPr/>
      <dgm:t>
        <a:bodyPr/>
        <a:lstStyle/>
        <a:p>
          <a:endParaRPr lang="en-IE"/>
        </a:p>
      </dgm:t>
    </dgm:pt>
    <dgm:pt modelId="{433A075A-E85B-4ED3-9CB7-297DD16E081E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Word n-grams → phrases</a:t>
          </a:r>
        </a:p>
      </dgm:t>
    </dgm:pt>
    <dgm:pt modelId="{3547E464-2247-4DC9-9458-58AF59055738}" type="parTrans" cxnId="{8C2302FC-8FC9-4E48-8A6F-E25DDB9D1DA6}">
      <dgm:prSet/>
      <dgm:spPr/>
      <dgm:t>
        <a:bodyPr/>
        <a:lstStyle/>
        <a:p>
          <a:endParaRPr lang="en-IE"/>
        </a:p>
      </dgm:t>
    </dgm:pt>
    <dgm:pt modelId="{A760149E-BF0E-4975-AFF2-9B563F4EBDD9}" type="sibTrans" cxnId="{8C2302FC-8FC9-4E48-8A6F-E25DDB9D1DA6}">
      <dgm:prSet/>
      <dgm:spPr/>
      <dgm:t>
        <a:bodyPr/>
        <a:lstStyle/>
        <a:p>
          <a:endParaRPr lang="en-IE"/>
        </a:p>
      </dgm:t>
    </dgm:pt>
    <dgm:pt modelId="{E3616603-97A4-478C-8815-96BF86D9028B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Char n-grams → code tokens</a:t>
          </a:r>
        </a:p>
      </dgm:t>
    </dgm:pt>
    <dgm:pt modelId="{BCC9699B-44DD-4000-94C2-75EE69518DDD}" type="parTrans" cxnId="{202EA79C-B5AD-4425-9E93-AA023D6D2759}">
      <dgm:prSet/>
      <dgm:spPr/>
      <dgm:t>
        <a:bodyPr/>
        <a:lstStyle/>
        <a:p>
          <a:endParaRPr lang="en-IE"/>
        </a:p>
      </dgm:t>
    </dgm:pt>
    <dgm:pt modelId="{84D241B7-635B-455F-BDBD-81B316F7CBA3}" type="sibTrans" cxnId="{202EA79C-B5AD-4425-9E93-AA023D6D2759}">
      <dgm:prSet/>
      <dgm:spPr/>
      <dgm:t>
        <a:bodyPr/>
        <a:lstStyle/>
        <a:p>
          <a:endParaRPr lang="en-IE"/>
        </a:p>
      </dgm:t>
    </dgm:pt>
    <dgm:pt modelId="{6398DAD9-7D7B-4A20-BC63-EC071F1E9E4B}" type="pres">
      <dgm:prSet presAssocID="{E234C530-5A58-4149-AC98-876DD53A29B3}" presName="diagram" presStyleCnt="0">
        <dgm:presLayoutVars>
          <dgm:dir/>
          <dgm:resizeHandles val="exact"/>
        </dgm:presLayoutVars>
      </dgm:prSet>
      <dgm:spPr/>
    </dgm:pt>
    <dgm:pt modelId="{48A77705-F78C-4CE6-9BEB-ACD9EAE190B5}" type="pres">
      <dgm:prSet presAssocID="{26D1E702-1380-414E-8B4E-B54CE129D437}" presName="node" presStyleLbl="node1" presStyleIdx="0" presStyleCnt="5">
        <dgm:presLayoutVars>
          <dgm:bulletEnabled val="1"/>
        </dgm:presLayoutVars>
      </dgm:prSet>
      <dgm:spPr/>
    </dgm:pt>
    <dgm:pt modelId="{38CA6DCD-B9FB-47CC-AD64-BF23B9B679EC}" type="pres">
      <dgm:prSet presAssocID="{A429E6F0-9EB3-45F1-9AAB-7BD5AD18C467}" presName="sibTrans" presStyleCnt="0"/>
      <dgm:spPr/>
    </dgm:pt>
    <dgm:pt modelId="{B70CAC9F-3660-42F3-9842-7D4A28E2A600}" type="pres">
      <dgm:prSet presAssocID="{B84BCC7A-C999-464F-96E0-EB87AC371A9F}" presName="node" presStyleLbl="node1" presStyleIdx="1" presStyleCnt="5">
        <dgm:presLayoutVars>
          <dgm:bulletEnabled val="1"/>
        </dgm:presLayoutVars>
      </dgm:prSet>
      <dgm:spPr/>
    </dgm:pt>
    <dgm:pt modelId="{65D532BA-3CB5-4D0F-8FDA-B6E9FC3742A1}" type="pres">
      <dgm:prSet presAssocID="{6FBB0458-BE62-4B31-9B39-F9E2A12AF6D3}" presName="sibTrans" presStyleCnt="0"/>
      <dgm:spPr/>
    </dgm:pt>
    <dgm:pt modelId="{DC9A1021-7943-4AB5-9E5C-F0505CDC0651}" type="pres">
      <dgm:prSet presAssocID="{40E71C57-5082-4EBD-94B6-0BE8ADC5A6E1}" presName="node" presStyleLbl="node1" presStyleIdx="2" presStyleCnt="5">
        <dgm:presLayoutVars>
          <dgm:bulletEnabled val="1"/>
        </dgm:presLayoutVars>
      </dgm:prSet>
      <dgm:spPr/>
    </dgm:pt>
    <dgm:pt modelId="{0BBEFA36-4BAF-4E6C-880B-C448FDD1219E}" type="pres">
      <dgm:prSet presAssocID="{58C0809A-34BD-4035-8D7A-6117FF0A7578}" presName="sibTrans" presStyleCnt="0"/>
      <dgm:spPr/>
    </dgm:pt>
    <dgm:pt modelId="{06106221-33CD-41BE-9BF2-E0DAF9C54214}" type="pres">
      <dgm:prSet presAssocID="{433A075A-E85B-4ED3-9CB7-297DD16E081E}" presName="node" presStyleLbl="node1" presStyleIdx="3" presStyleCnt="5">
        <dgm:presLayoutVars>
          <dgm:bulletEnabled val="1"/>
        </dgm:presLayoutVars>
      </dgm:prSet>
      <dgm:spPr/>
    </dgm:pt>
    <dgm:pt modelId="{E0A0F6D7-4E32-4E88-9575-0F1AAAAD0FF5}" type="pres">
      <dgm:prSet presAssocID="{A760149E-BF0E-4975-AFF2-9B563F4EBDD9}" presName="sibTrans" presStyleCnt="0"/>
      <dgm:spPr/>
    </dgm:pt>
    <dgm:pt modelId="{5A07ADE9-2E71-4B1C-BEE0-19871D090E3C}" type="pres">
      <dgm:prSet presAssocID="{E3616603-97A4-478C-8815-96BF86D9028B}" presName="node" presStyleLbl="node1" presStyleIdx="4" presStyleCnt="5">
        <dgm:presLayoutVars>
          <dgm:bulletEnabled val="1"/>
        </dgm:presLayoutVars>
      </dgm:prSet>
      <dgm:spPr/>
    </dgm:pt>
  </dgm:ptLst>
  <dgm:cxnLst>
    <dgm:cxn modelId="{DDD15202-29A4-4B66-A4BF-FB321771376D}" type="presOf" srcId="{B84BCC7A-C999-464F-96E0-EB87AC371A9F}" destId="{B70CAC9F-3660-42F3-9842-7D4A28E2A600}" srcOrd="0" destOrd="0" presId="urn:microsoft.com/office/officeart/2005/8/layout/default"/>
    <dgm:cxn modelId="{7970992C-B8FE-4FEF-BE66-77D04E89F87D}" type="presOf" srcId="{E3616603-97A4-478C-8815-96BF86D9028B}" destId="{5A07ADE9-2E71-4B1C-BEE0-19871D090E3C}" srcOrd="0" destOrd="0" presId="urn:microsoft.com/office/officeart/2005/8/layout/default"/>
    <dgm:cxn modelId="{0BEED834-D5EA-4D37-B4C2-2FA1CC8373CD}" type="presOf" srcId="{26D1E702-1380-414E-8B4E-B54CE129D437}" destId="{48A77705-F78C-4CE6-9BEB-ACD9EAE190B5}" srcOrd="0" destOrd="0" presId="urn:microsoft.com/office/officeart/2005/8/layout/default"/>
    <dgm:cxn modelId="{03B1FA40-6057-4DCC-9941-CBF9D915A3E6}" type="presOf" srcId="{40E71C57-5082-4EBD-94B6-0BE8ADC5A6E1}" destId="{DC9A1021-7943-4AB5-9E5C-F0505CDC0651}" srcOrd="0" destOrd="0" presId="urn:microsoft.com/office/officeart/2005/8/layout/default"/>
    <dgm:cxn modelId="{202EA79C-B5AD-4425-9E93-AA023D6D2759}" srcId="{E234C530-5A58-4149-AC98-876DD53A29B3}" destId="{E3616603-97A4-478C-8815-96BF86D9028B}" srcOrd="4" destOrd="0" parTransId="{BCC9699B-44DD-4000-94C2-75EE69518DDD}" sibTransId="{84D241B7-635B-455F-BDBD-81B316F7CBA3}"/>
    <dgm:cxn modelId="{08E793B5-6D9F-4942-A9BC-5CDAD3D02761}" srcId="{E234C530-5A58-4149-AC98-876DD53A29B3}" destId="{26D1E702-1380-414E-8B4E-B54CE129D437}" srcOrd="0" destOrd="0" parTransId="{F8956EC4-DA74-404A-AFD6-62B3F21A14E0}" sibTransId="{A429E6F0-9EB3-45F1-9AAB-7BD5AD18C467}"/>
    <dgm:cxn modelId="{AB7271B9-AB6B-4A9A-99BD-748433470A80}" srcId="{E234C530-5A58-4149-AC98-876DD53A29B3}" destId="{40E71C57-5082-4EBD-94B6-0BE8ADC5A6E1}" srcOrd="2" destOrd="0" parTransId="{09AE2F8D-CD1B-493A-B2CC-57B11A8D888E}" sibTransId="{58C0809A-34BD-4035-8D7A-6117FF0A7578}"/>
    <dgm:cxn modelId="{2253B5E3-BB57-4027-9669-F3F755327FAD}" type="presOf" srcId="{433A075A-E85B-4ED3-9CB7-297DD16E081E}" destId="{06106221-33CD-41BE-9BF2-E0DAF9C54214}" srcOrd="0" destOrd="0" presId="urn:microsoft.com/office/officeart/2005/8/layout/default"/>
    <dgm:cxn modelId="{1785D7F6-3333-4348-9964-85677733A290}" srcId="{E234C530-5A58-4149-AC98-876DD53A29B3}" destId="{B84BCC7A-C999-464F-96E0-EB87AC371A9F}" srcOrd="1" destOrd="0" parTransId="{1701475C-1CA6-41E8-8F8D-691A2760BE65}" sibTransId="{6FBB0458-BE62-4B31-9B39-F9E2A12AF6D3}"/>
    <dgm:cxn modelId="{8C2302FC-8FC9-4E48-8A6F-E25DDB9D1DA6}" srcId="{E234C530-5A58-4149-AC98-876DD53A29B3}" destId="{433A075A-E85B-4ED3-9CB7-297DD16E081E}" srcOrd="3" destOrd="0" parTransId="{3547E464-2247-4DC9-9458-58AF59055738}" sibTransId="{A760149E-BF0E-4975-AFF2-9B563F4EBDD9}"/>
    <dgm:cxn modelId="{5348B2FC-024A-49F6-BE2B-A8E7660691EF}" type="presOf" srcId="{E234C530-5A58-4149-AC98-876DD53A29B3}" destId="{6398DAD9-7D7B-4A20-BC63-EC071F1E9E4B}" srcOrd="0" destOrd="0" presId="urn:microsoft.com/office/officeart/2005/8/layout/default"/>
    <dgm:cxn modelId="{427B10BB-E468-4E1E-8503-1DEC51A40DF1}" type="presParOf" srcId="{6398DAD9-7D7B-4A20-BC63-EC071F1E9E4B}" destId="{48A77705-F78C-4CE6-9BEB-ACD9EAE190B5}" srcOrd="0" destOrd="0" presId="urn:microsoft.com/office/officeart/2005/8/layout/default"/>
    <dgm:cxn modelId="{FECA6FBB-676C-491A-96FE-ABFA0827C4E9}" type="presParOf" srcId="{6398DAD9-7D7B-4A20-BC63-EC071F1E9E4B}" destId="{38CA6DCD-B9FB-47CC-AD64-BF23B9B679EC}" srcOrd="1" destOrd="0" presId="urn:microsoft.com/office/officeart/2005/8/layout/default"/>
    <dgm:cxn modelId="{EF8A9891-A149-4C30-A148-FE81DAB1BC76}" type="presParOf" srcId="{6398DAD9-7D7B-4A20-BC63-EC071F1E9E4B}" destId="{B70CAC9F-3660-42F3-9842-7D4A28E2A600}" srcOrd="2" destOrd="0" presId="urn:microsoft.com/office/officeart/2005/8/layout/default"/>
    <dgm:cxn modelId="{9B221FF5-2CD7-4793-85E1-DCDC60AB2C3A}" type="presParOf" srcId="{6398DAD9-7D7B-4A20-BC63-EC071F1E9E4B}" destId="{65D532BA-3CB5-4D0F-8FDA-B6E9FC3742A1}" srcOrd="3" destOrd="0" presId="urn:microsoft.com/office/officeart/2005/8/layout/default"/>
    <dgm:cxn modelId="{3FC8630E-EAA9-4CB4-BA0E-4178110F1D72}" type="presParOf" srcId="{6398DAD9-7D7B-4A20-BC63-EC071F1E9E4B}" destId="{DC9A1021-7943-4AB5-9E5C-F0505CDC0651}" srcOrd="4" destOrd="0" presId="urn:microsoft.com/office/officeart/2005/8/layout/default"/>
    <dgm:cxn modelId="{B239B78B-7B62-42AA-8A76-EAE7790AC0B3}" type="presParOf" srcId="{6398DAD9-7D7B-4A20-BC63-EC071F1E9E4B}" destId="{0BBEFA36-4BAF-4E6C-880B-C448FDD1219E}" srcOrd="5" destOrd="0" presId="urn:microsoft.com/office/officeart/2005/8/layout/default"/>
    <dgm:cxn modelId="{712CD764-1F87-4D7B-9D57-8476B606706C}" type="presParOf" srcId="{6398DAD9-7D7B-4A20-BC63-EC071F1E9E4B}" destId="{06106221-33CD-41BE-9BF2-E0DAF9C54214}" srcOrd="6" destOrd="0" presId="urn:microsoft.com/office/officeart/2005/8/layout/default"/>
    <dgm:cxn modelId="{646789D1-F52C-4C79-8035-44057921A9A3}" type="presParOf" srcId="{6398DAD9-7D7B-4A20-BC63-EC071F1E9E4B}" destId="{E0A0F6D7-4E32-4E88-9575-0F1AAAAD0FF5}" srcOrd="7" destOrd="0" presId="urn:microsoft.com/office/officeart/2005/8/layout/default"/>
    <dgm:cxn modelId="{A5CAD4D3-2C10-4C5A-968E-F4DE08A09862}" type="presParOf" srcId="{6398DAD9-7D7B-4A20-BC63-EC071F1E9E4B}" destId="{5A07ADE9-2E71-4B1C-BEE0-19871D090E3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4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8C3D2-7264-4BD5-94CA-CD64B824BD5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ED41B401-4C00-484D-B412-EC39E22547E3}">
      <dgm:prSet phldrT="[Text]" phldr="0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r>
            <a:rPr lang="en-IE" dirty="0"/>
            <a:t>Open Source</a:t>
          </a:r>
        </a:p>
      </dgm:t>
    </dgm:pt>
    <dgm:pt modelId="{EB48AB62-93C9-4CC5-B16C-9D5FEAE25ABF}" type="parTrans" cxnId="{92CFF968-5745-4309-900F-677ECB49E4C1}">
      <dgm:prSet/>
      <dgm:spPr/>
      <dgm:t>
        <a:bodyPr/>
        <a:lstStyle/>
        <a:p>
          <a:endParaRPr lang="en-IE"/>
        </a:p>
      </dgm:t>
    </dgm:pt>
    <dgm:pt modelId="{FB1C4763-2D03-4EE7-9B73-DF8FE187A96E}" type="sibTrans" cxnId="{92CFF968-5745-4309-900F-677ECB49E4C1}">
      <dgm:prSet/>
      <dgm:spPr/>
      <dgm:t>
        <a:bodyPr/>
        <a:lstStyle/>
        <a:p>
          <a:endParaRPr lang="en-IE"/>
        </a:p>
      </dgm:t>
    </dgm:pt>
    <dgm:pt modelId="{75C7C1A2-4ACD-42E8-B4E4-1F8BAEE0348D}">
      <dgm:prSet phldrT="[Text]" phldr="0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r>
            <a:rPr lang="en-IE" dirty="0"/>
            <a:t>Improve Models</a:t>
          </a:r>
        </a:p>
      </dgm:t>
    </dgm:pt>
    <dgm:pt modelId="{4275251F-6B54-43C4-B630-008591CAAEFB}" type="parTrans" cxnId="{46A83BBB-DE1E-4B3D-A502-01FCA3F68594}">
      <dgm:prSet/>
      <dgm:spPr/>
      <dgm:t>
        <a:bodyPr/>
        <a:lstStyle/>
        <a:p>
          <a:endParaRPr lang="en-IE"/>
        </a:p>
      </dgm:t>
    </dgm:pt>
    <dgm:pt modelId="{E33578AF-0BBD-4C0D-ABFA-CDB044EA62D3}" type="sibTrans" cxnId="{46A83BBB-DE1E-4B3D-A502-01FCA3F68594}">
      <dgm:prSet/>
      <dgm:spPr/>
      <dgm:t>
        <a:bodyPr/>
        <a:lstStyle/>
        <a:p>
          <a:endParaRPr lang="en-IE"/>
        </a:p>
      </dgm:t>
    </dgm:pt>
    <dgm:pt modelId="{9E418779-AE9E-4607-982F-B609E8039D49}">
      <dgm:prSet phldrT="[Text]" phldr="0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r>
            <a:rPr lang="en-IE" dirty="0"/>
            <a:t>User billing system</a:t>
          </a:r>
        </a:p>
      </dgm:t>
    </dgm:pt>
    <dgm:pt modelId="{4661D148-4C22-449E-91D3-755AEE3DACBC}" type="parTrans" cxnId="{225C2089-6FD7-49C3-BCE1-5579E7826E0C}">
      <dgm:prSet/>
      <dgm:spPr/>
      <dgm:t>
        <a:bodyPr/>
        <a:lstStyle/>
        <a:p>
          <a:endParaRPr lang="en-IE"/>
        </a:p>
      </dgm:t>
    </dgm:pt>
    <dgm:pt modelId="{9D8EF079-CFD0-40C9-ADB1-984538052F87}" type="sibTrans" cxnId="{225C2089-6FD7-49C3-BCE1-5579E7826E0C}">
      <dgm:prSet/>
      <dgm:spPr/>
      <dgm:t>
        <a:bodyPr/>
        <a:lstStyle/>
        <a:p>
          <a:endParaRPr lang="en-IE"/>
        </a:p>
      </dgm:t>
    </dgm:pt>
    <dgm:pt modelId="{5281E3DD-2A62-4633-8C7A-0414080CA4FF}" type="pres">
      <dgm:prSet presAssocID="{3148C3D2-7264-4BD5-94CA-CD64B824BD55}" presName="diagram" presStyleCnt="0">
        <dgm:presLayoutVars>
          <dgm:dir/>
          <dgm:resizeHandles val="exact"/>
        </dgm:presLayoutVars>
      </dgm:prSet>
      <dgm:spPr/>
    </dgm:pt>
    <dgm:pt modelId="{50845496-3E3E-4774-9090-BC27117EEEA1}" type="pres">
      <dgm:prSet presAssocID="{ED41B401-4C00-484D-B412-EC39E22547E3}" presName="node" presStyleLbl="node1" presStyleIdx="0" presStyleCnt="3">
        <dgm:presLayoutVars>
          <dgm:bulletEnabled val="1"/>
        </dgm:presLayoutVars>
      </dgm:prSet>
      <dgm:spPr/>
    </dgm:pt>
    <dgm:pt modelId="{1D7EE179-BFD0-4ED2-B89C-536F5E8F3028}" type="pres">
      <dgm:prSet presAssocID="{FB1C4763-2D03-4EE7-9B73-DF8FE187A96E}" presName="sibTrans" presStyleCnt="0"/>
      <dgm:spPr/>
    </dgm:pt>
    <dgm:pt modelId="{5B4C8A56-A471-4122-BF65-CCB511B08296}" type="pres">
      <dgm:prSet presAssocID="{75C7C1A2-4ACD-42E8-B4E4-1F8BAEE0348D}" presName="node" presStyleLbl="node1" presStyleIdx="1" presStyleCnt="3">
        <dgm:presLayoutVars>
          <dgm:bulletEnabled val="1"/>
        </dgm:presLayoutVars>
      </dgm:prSet>
      <dgm:spPr/>
    </dgm:pt>
    <dgm:pt modelId="{1C404260-7B0C-4E41-A3AD-504D12A52EA8}" type="pres">
      <dgm:prSet presAssocID="{E33578AF-0BBD-4C0D-ABFA-CDB044EA62D3}" presName="sibTrans" presStyleCnt="0"/>
      <dgm:spPr/>
    </dgm:pt>
    <dgm:pt modelId="{A0529E34-736C-43E8-B430-550292208799}" type="pres">
      <dgm:prSet presAssocID="{9E418779-AE9E-4607-982F-B609E8039D49}" presName="node" presStyleLbl="node1" presStyleIdx="2" presStyleCnt="3">
        <dgm:presLayoutVars>
          <dgm:bulletEnabled val="1"/>
        </dgm:presLayoutVars>
      </dgm:prSet>
      <dgm:spPr/>
    </dgm:pt>
  </dgm:ptLst>
  <dgm:cxnLst>
    <dgm:cxn modelId="{A770E55D-8951-49D4-A0EF-88C0D62EA203}" type="presOf" srcId="{ED41B401-4C00-484D-B412-EC39E22547E3}" destId="{50845496-3E3E-4774-9090-BC27117EEEA1}" srcOrd="0" destOrd="0" presId="urn:microsoft.com/office/officeart/2005/8/layout/default"/>
    <dgm:cxn modelId="{92CFF968-5745-4309-900F-677ECB49E4C1}" srcId="{3148C3D2-7264-4BD5-94CA-CD64B824BD55}" destId="{ED41B401-4C00-484D-B412-EC39E22547E3}" srcOrd="0" destOrd="0" parTransId="{EB48AB62-93C9-4CC5-B16C-9D5FEAE25ABF}" sibTransId="{FB1C4763-2D03-4EE7-9B73-DF8FE187A96E}"/>
    <dgm:cxn modelId="{025DA57F-D8F1-40B2-916A-262C26C5B3ED}" type="presOf" srcId="{3148C3D2-7264-4BD5-94CA-CD64B824BD55}" destId="{5281E3DD-2A62-4633-8C7A-0414080CA4FF}" srcOrd="0" destOrd="0" presId="urn:microsoft.com/office/officeart/2005/8/layout/default"/>
    <dgm:cxn modelId="{225C2089-6FD7-49C3-BCE1-5579E7826E0C}" srcId="{3148C3D2-7264-4BD5-94CA-CD64B824BD55}" destId="{9E418779-AE9E-4607-982F-B609E8039D49}" srcOrd="2" destOrd="0" parTransId="{4661D148-4C22-449E-91D3-755AEE3DACBC}" sibTransId="{9D8EF079-CFD0-40C9-ADB1-984538052F87}"/>
    <dgm:cxn modelId="{B3D1589B-BBAA-4635-8C86-9D24906683AB}" type="presOf" srcId="{75C7C1A2-4ACD-42E8-B4E4-1F8BAEE0348D}" destId="{5B4C8A56-A471-4122-BF65-CCB511B08296}" srcOrd="0" destOrd="0" presId="urn:microsoft.com/office/officeart/2005/8/layout/default"/>
    <dgm:cxn modelId="{46A83BBB-DE1E-4B3D-A502-01FCA3F68594}" srcId="{3148C3D2-7264-4BD5-94CA-CD64B824BD55}" destId="{75C7C1A2-4ACD-42E8-B4E4-1F8BAEE0348D}" srcOrd="1" destOrd="0" parTransId="{4275251F-6B54-43C4-B630-008591CAAEFB}" sibTransId="{E33578AF-0BBD-4C0D-ABFA-CDB044EA62D3}"/>
    <dgm:cxn modelId="{7E501AFA-49A3-4343-8FC2-694A70765C92}" type="presOf" srcId="{9E418779-AE9E-4607-982F-B609E8039D49}" destId="{A0529E34-736C-43E8-B430-550292208799}" srcOrd="0" destOrd="0" presId="urn:microsoft.com/office/officeart/2005/8/layout/default"/>
    <dgm:cxn modelId="{B6C9C59C-255A-40B2-8A89-C4DF8A9D4974}" type="presParOf" srcId="{5281E3DD-2A62-4633-8C7A-0414080CA4FF}" destId="{50845496-3E3E-4774-9090-BC27117EEEA1}" srcOrd="0" destOrd="0" presId="urn:microsoft.com/office/officeart/2005/8/layout/default"/>
    <dgm:cxn modelId="{0D9B4D15-E126-4C9F-A035-D39F787045F9}" type="presParOf" srcId="{5281E3DD-2A62-4633-8C7A-0414080CA4FF}" destId="{1D7EE179-BFD0-4ED2-B89C-536F5E8F3028}" srcOrd="1" destOrd="0" presId="urn:microsoft.com/office/officeart/2005/8/layout/default"/>
    <dgm:cxn modelId="{77550115-A845-4F23-8AB8-40740B397D0D}" type="presParOf" srcId="{5281E3DD-2A62-4633-8C7A-0414080CA4FF}" destId="{5B4C8A56-A471-4122-BF65-CCB511B08296}" srcOrd="2" destOrd="0" presId="urn:microsoft.com/office/officeart/2005/8/layout/default"/>
    <dgm:cxn modelId="{3223160A-7FF4-4B71-BE33-21D4D74E2BB4}" type="presParOf" srcId="{5281E3DD-2A62-4633-8C7A-0414080CA4FF}" destId="{1C404260-7B0C-4E41-A3AD-504D12A52EA8}" srcOrd="3" destOrd="0" presId="urn:microsoft.com/office/officeart/2005/8/layout/default"/>
    <dgm:cxn modelId="{2F0A8BD3-2BBF-416B-9421-BF6C3FFF9040}" type="presParOf" srcId="{5281E3DD-2A62-4633-8C7A-0414080CA4FF}" destId="{A0529E34-736C-43E8-B430-55029220879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1264A7-9424-4A7C-B701-A3ABEB1E2E2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8F4CEB20-870B-44E2-BAF4-1EEBD9D6FE69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sv-SE" dirty="0"/>
            <a:t>Full stack AI quiz platform</a:t>
          </a:r>
          <a:endParaRPr lang="en-IE" dirty="0"/>
        </a:p>
      </dgm:t>
    </dgm:pt>
    <dgm:pt modelId="{509E638F-C15B-4D4D-94BC-CDB0AA954E50}" type="parTrans" cxnId="{34D11911-5966-4C97-B79E-F740CE07C17D}">
      <dgm:prSet/>
      <dgm:spPr/>
      <dgm:t>
        <a:bodyPr/>
        <a:lstStyle/>
        <a:p>
          <a:endParaRPr lang="en-IE"/>
        </a:p>
      </dgm:t>
    </dgm:pt>
    <dgm:pt modelId="{F0CF81D8-B0A6-4FE0-B754-E099903734FE}" type="sibTrans" cxnId="{34D11911-5966-4C97-B79E-F740CE07C17D}">
      <dgm:prSet/>
      <dgm:spPr/>
      <dgm:t>
        <a:bodyPr/>
        <a:lstStyle/>
        <a:p>
          <a:endParaRPr lang="en-IE"/>
        </a:p>
      </dgm:t>
    </dgm:pt>
    <dgm:pt modelId="{16868D62-DD23-46B6-BA69-43136DCCD9CC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Live ML inference</a:t>
          </a:r>
        </a:p>
      </dgm:t>
    </dgm:pt>
    <dgm:pt modelId="{373E3396-89EE-4A8D-AAA1-3C204432AEA2}" type="parTrans" cxnId="{578EC097-A54B-4884-BD6E-100B628992D8}">
      <dgm:prSet/>
      <dgm:spPr/>
      <dgm:t>
        <a:bodyPr/>
        <a:lstStyle/>
        <a:p>
          <a:endParaRPr lang="en-IE"/>
        </a:p>
      </dgm:t>
    </dgm:pt>
    <dgm:pt modelId="{CB11FB4F-EF62-4AA3-A2AF-0A329550A7EF}" type="sibTrans" cxnId="{578EC097-A54B-4884-BD6E-100B628992D8}">
      <dgm:prSet/>
      <dgm:spPr/>
      <dgm:t>
        <a:bodyPr/>
        <a:lstStyle/>
        <a:p>
          <a:endParaRPr lang="en-IE"/>
        </a:p>
      </dgm:t>
    </dgm:pt>
    <dgm:pt modelId="{05DF584B-F5FB-4513-8BC5-84EDED7F2AD5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Difficulty from 27 features</a:t>
          </a:r>
        </a:p>
      </dgm:t>
    </dgm:pt>
    <dgm:pt modelId="{02A9677C-C99C-4D4B-B7F7-FD0298F1A5A5}" type="parTrans" cxnId="{FFD8BB33-EED7-4D7C-B0B5-EFAB285FA59A}">
      <dgm:prSet/>
      <dgm:spPr/>
      <dgm:t>
        <a:bodyPr/>
        <a:lstStyle/>
        <a:p>
          <a:endParaRPr lang="en-IE"/>
        </a:p>
      </dgm:t>
    </dgm:pt>
    <dgm:pt modelId="{993DDF03-957A-4438-BD75-2E96DE560B6F}" type="sibTrans" cxnId="{FFD8BB33-EED7-4D7C-B0B5-EFAB285FA59A}">
      <dgm:prSet/>
      <dgm:spPr/>
      <dgm:t>
        <a:bodyPr/>
        <a:lstStyle/>
        <a:p>
          <a:endParaRPr lang="en-IE"/>
        </a:p>
      </dgm:t>
    </dgm:pt>
    <dgm:pt modelId="{08898283-06FE-48FD-9065-94F0F4117391}">
      <dgm:prSet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Topic tagging (13 classes)</a:t>
          </a:r>
        </a:p>
      </dgm:t>
    </dgm:pt>
    <dgm:pt modelId="{F7AD6FC3-2095-442D-BC56-431BC20ECC8E}" type="parTrans" cxnId="{2782DE77-34F1-41A1-B380-094CF33EAAA0}">
      <dgm:prSet/>
      <dgm:spPr/>
      <dgm:t>
        <a:bodyPr/>
        <a:lstStyle/>
        <a:p>
          <a:endParaRPr lang="en-IE"/>
        </a:p>
      </dgm:t>
    </dgm:pt>
    <dgm:pt modelId="{0A5F3D09-78AB-495A-B063-57C48DDE3F74}" type="sibTrans" cxnId="{2782DE77-34F1-41A1-B380-094CF33EAAA0}">
      <dgm:prSet/>
      <dgm:spPr/>
      <dgm:t>
        <a:bodyPr/>
        <a:lstStyle/>
        <a:p>
          <a:endParaRPr lang="en-IE"/>
        </a:p>
      </dgm:t>
    </dgm:pt>
    <dgm:pt modelId="{8C773D44-6C29-4E6E-8ADE-F4E287BB828A}">
      <dgm:prSet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Code execution (5 languages)</a:t>
          </a:r>
        </a:p>
      </dgm:t>
    </dgm:pt>
    <dgm:pt modelId="{6B2E6AB3-6664-4121-944B-BDD4336E1FC1}" type="parTrans" cxnId="{67E38065-CF50-4028-8576-7CD2E8734667}">
      <dgm:prSet/>
      <dgm:spPr/>
      <dgm:t>
        <a:bodyPr/>
        <a:lstStyle/>
        <a:p>
          <a:endParaRPr lang="en-IE"/>
        </a:p>
      </dgm:t>
    </dgm:pt>
    <dgm:pt modelId="{B449F54B-15BF-455D-88B2-C798A8EE3431}" type="sibTrans" cxnId="{67E38065-CF50-4028-8576-7CD2E8734667}">
      <dgm:prSet/>
      <dgm:spPr/>
      <dgm:t>
        <a:bodyPr/>
        <a:lstStyle/>
        <a:p>
          <a:endParaRPr lang="en-IE"/>
        </a:p>
      </dgm:t>
    </dgm:pt>
    <dgm:pt modelId="{3957CF83-C033-43CD-A3D7-751BC64B83AB}">
      <dgm:prSet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XP, social, persistence</a:t>
          </a:r>
        </a:p>
      </dgm:t>
    </dgm:pt>
    <dgm:pt modelId="{38FAF55D-9721-411E-B933-95A44626EEA2}" type="parTrans" cxnId="{8E097799-B947-481A-8B5B-252D3B5C0DAF}">
      <dgm:prSet/>
      <dgm:spPr/>
      <dgm:t>
        <a:bodyPr/>
        <a:lstStyle/>
        <a:p>
          <a:endParaRPr lang="en-IE"/>
        </a:p>
      </dgm:t>
    </dgm:pt>
    <dgm:pt modelId="{BB4245F5-EB15-4AB9-B018-822B3409FC92}" type="sibTrans" cxnId="{8E097799-B947-481A-8B5B-252D3B5C0DAF}">
      <dgm:prSet/>
      <dgm:spPr/>
      <dgm:t>
        <a:bodyPr/>
        <a:lstStyle/>
        <a:p>
          <a:endParaRPr lang="en-IE"/>
        </a:p>
      </dgm:t>
    </dgm:pt>
    <dgm:pt modelId="{14033A63-EC39-4121-B547-F3978727A65A}" type="pres">
      <dgm:prSet presAssocID="{7E1264A7-9424-4A7C-B701-A3ABEB1E2E2A}" presName="linearFlow" presStyleCnt="0">
        <dgm:presLayoutVars>
          <dgm:dir/>
          <dgm:resizeHandles val="exact"/>
        </dgm:presLayoutVars>
      </dgm:prSet>
      <dgm:spPr/>
    </dgm:pt>
    <dgm:pt modelId="{3A7934AF-DA06-4EBD-A008-D73A76B7D47D}" type="pres">
      <dgm:prSet presAssocID="{8F4CEB20-870B-44E2-BAF4-1EEBD9D6FE69}" presName="composite" presStyleCnt="0"/>
      <dgm:spPr/>
    </dgm:pt>
    <dgm:pt modelId="{D9F877FE-95CC-4D7A-BA0A-26B83B16DCF6}" type="pres">
      <dgm:prSet presAssocID="{8F4CEB20-870B-44E2-BAF4-1EEBD9D6FE69}" presName="imgShp" presStyleLbl="fgImgPlace1" presStyleIdx="0" presStyleCnt="6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9D847CC5-E1B9-46F1-A3CC-F66754F5B3E9}" type="pres">
      <dgm:prSet presAssocID="{8F4CEB20-870B-44E2-BAF4-1EEBD9D6FE69}" presName="txShp" presStyleLbl="node1" presStyleIdx="0" presStyleCnt="6">
        <dgm:presLayoutVars>
          <dgm:bulletEnabled val="1"/>
        </dgm:presLayoutVars>
      </dgm:prSet>
      <dgm:spPr/>
    </dgm:pt>
    <dgm:pt modelId="{5E5F7D1B-954B-40D0-AA53-DCE3BF33E402}" type="pres">
      <dgm:prSet presAssocID="{F0CF81D8-B0A6-4FE0-B754-E099903734FE}" presName="spacing" presStyleCnt="0"/>
      <dgm:spPr/>
    </dgm:pt>
    <dgm:pt modelId="{80C788F6-B5DC-49B3-9A9B-9582F215D230}" type="pres">
      <dgm:prSet presAssocID="{16868D62-DD23-46B6-BA69-43136DCCD9CC}" presName="composite" presStyleCnt="0"/>
      <dgm:spPr/>
    </dgm:pt>
    <dgm:pt modelId="{DB39358E-C80D-4422-B0FF-88D719C166A2}" type="pres">
      <dgm:prSet presAssocID="{16868D62-DD23-46B6-BA69-43136DCCD9CC}" presName="imgShp" presStyleLbl="fgImgPlace1" presStyleIdx="1" presStyleCnt="6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90C5B9C4-5488-4894-93C2-10B29DA2C76C}" type="pres">
      <dgm:prSet presAssocID="{16868D62-DD23-46B6-BA69-43136DCCD9CC}" presName="txShp" presStyleLbl="node1" presStyleIdx="1" presStyleCnt="6">
        <dgm:presLayoutVars>
          <dgm:bulletEnabled val="1"/>
        </dgm:presLayoutVars>
      </dgm:prSet>
      <dgm:spPr/>
    </dgm:pt>
    <dgm:pt modelId="{77C89327-DDE1-4110-8780-EE4697C2C351}" type="pres">
      <dgm:prSet presAssocID="{CB11FB4F-EF62-4AA3-A2AF-0A329550A7EF}" presName="spacing" presStyleCnt="0"/>
      <dgm:spPr/>
    </dgm:pt>
    <dgm:pt modelId="{EACD6807-7DB3-473A-9ED6-AF4F586DDCCA}" type="pres">
      <dgm:prSet presAssocID="{05DF584B-F5FB-4513-8BC5-84EDED7F2AD5}" presName="composite" presStyleCnt="0"/>
      <dgm:spPr/>
    </dgm:pt>
    <dgm:pt modelId="{8269B5BD-9065-421A-9695-36E6E512DFF6}" type="pres">
      <dgm:prSet presAssocID="{05DF584B-F5FB-4513-8BC5-84EDED7F2AD5}" presName="imgShp" presStyleLbl="fgImgPlace1" presStyleIdx="2" presStyleCnt="6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0556EDC6-87FF-47AB-84A4-60B21BF88A0C}" type="pres">
      <dgm:prSet presAssocID="{05DF584B-F5FB-4513-8BC5-84EDED7F2AD5}" presName="txShp" presStyleLbl="node1" presStyleIdx="2" presStyleCnt="6">
        <dgm:presLayoutVars>
          <dgm:bulletEnabled val="1"/>
        </dgm:presLayoutVars>
      </dgm:prSet>
      <dgm:spPr/>
    </dgm:pt>
    <dgm:pt modelId="{B3CCDA5F-C84F-4845-B2E4-D147BE71592B}" type="pres">
      <dgm:prSet presAssocID="{993DDF03-957A-4438-BD75-2E96DE560B6F}" presName="spacing" presStyleCnt="0"/>
      <dgm:spPr/>
    </dgm:pt>
    <dgm:pt modelId="{ABCF7321-2F79-4CC4-B013-EDF4AC07259E}" type="pres">
      <dgm:prSet presAssocID="{08898283-06FE-48FD-9065-94F0F4117391}" presName="composite" presStyleCnt="0"/>
      <dgm:spPr/>
    </dgm:pt>
    <dgm:pt modelId="{E19FDE39-DAAB-4B49-8C6C-109FC81BD7AF}" type="pres">
      <dgm:prSet presAssocID="{08898283-06FE-48FD-9065-94F0F4117391}" presName="imgShp" presStyleLbl="fgImgPlace1" presStyleIdx="3" presStyleCnt="6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24B35072-D0A7-4569-9887-BD977C8E7385}" type="pres">
      <dgm:prSet presAssocID="{08898283-06FE-48FD-9065-94F0F4117391}" presName="txShp" presStyleLbl="node1" presStyleIdx="3" presStyleCnt="6">
        <dgm:presLayoutVars>
          <dgm:bulletEnabled val="1"/>
        </dgm:presLayoutVars>
      </dgm:prSet>
      <dgm:spPr/>
    </dgm:pt>
    <dgm:pt modelId="{CA8299E1-73FA-47AB-96BA-AF635952CC10}" type="pres">
      <dgm:prSet presAssocID="{0A5F3D09-78AB-495A-B063-57C48DDE3F74}" presName="spacing" presStyleCnt="0"/>
      <dgm:spPr/>
    </dgm:pt>
    <dgm:pt modelId="{79BFA067-A1F7-4C9A-BFA1-CABB0620091B}" type="pres">
      <dgm:prSet presAssocID="{8C773D44-6C29-4E6E-8ADE-F4E287BB828A}" presName="composite" presStyleCnt="0"/>
      <dgm:spPr/>
    </dgm:pt>
    <dgm:pt modelId="{DC1D762F-98A4-4FC1-8CE2-710870299CCF}" type="pres">
      <dgm:prSet presAssocID="{8C773D44-6C29-4E6E-8ADE-F4E287BB828A}" presName="imgShp" presStyleLbl="fgImgPlace1" presStyleIdx="4" presStyleCnt="6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88D41E63-B57D-4157-9D63-123BF03C68BA}" type="pres">
      <dgm:prSet presAssocID="{8C773D44-6C29-4E6E-8ADE-F4E287BB828A}" presName="txShp" presStyleLbl="node1" presStyleIdx="4" presStyleCnt="6">
        <dgm:presLayoutVars>
          <dgm:bulletEnabled val="1"/>
        </dgm:presLayoutVars>
      </dgm:prSet>
      <dgm:spPr/>
    </dgm:pt>
    <dgm:pt modelId="{02A510E1-17AD-4CB2-9759-32BB2DC88772}" type="pres">
      <dgm:prSet presAssocID="{B449F54B-15BF-455D-88B2-C798A8EE3431}" presName="spacing" presStyleCnt="0"/>
      <dgm:spPr/>
    </dgm:pt>
    <dgm:pt modelId="{32D9CB92-E5D5-4FEB-B731-CB04552212D9}" type="pres">
      <dgm:prSet presAssocID="{3957CF83-C033-43CD-A3D7-751BC64B83AB}" presName="composite" presStyleCnt="0"/>
      <dgm:spPr/>
    </dgm:pt>
    <dgm:pt modelId="{DF1FC9E9-521B-412F-B524-7F86763D06FB}" type="pres">
      <dgm:prSet presAssocID="{3957CF83-C033-43CD-A3D7-751BC64B83AB}" presName="imgShp" presStyleLbl="fgImgPlace1" presStyleIdx="5" presStyleCnt="6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2CAC4AE8-4C35-4F4B-918D-84BCDFB0EA54}" type="pres">
      <dgm:prSet presAssocID="{3957CF83-C033-43CD-A3D7-751BC64B83AB}" presName="txShp" presStyleLbl="node1" presStyleIdx="5" presStyleCnt="6">
        <dgm:presLayoutVars>
          <dgm:bulletEnabled val="1"/>
        </dgm:presLayoutVars>
      </dgm:prSet>
      <dgm:spPr/>
    </dgm:pt>
  </dgm:ptLst>
  <dgm:cxnLst>
    <dgm:cxn modelId="{34D11911-5966-4C97-B79E-F740CE07C17D}" srcId="{7E1264A7-9424-4A7C-B701-A3ABEB1E2E2A}" destId="{8F4CEB20-870B-44E2-BAF4-1EEBD9D6FE69}" srcOrd="0" destOrd="0" parTransId="{509E638F-C15B-4D4D-94BC-CDB0AA954E50}" sibTransId="{F0CF81D8-B0A6-4FE0-B754-E099903734FE}"/>
    <dgm:cxn modelId="{5E98142C-32C0-424E-9633-B177E17CFCB9}" type="presOf" srcId="{7E1264A7-9424-4A7C-B701-A3ABEB1E2E2A}" destId="{14033A63-EC39-4121-B547-F3978727A65A}" srcOrd="0" destOrd="0" presId="urn:microsoft.com/office/officeart/2005/8/layout/vList3"/>
    <dgm:cxn modelId="{0400662E-551C-4515-8F13-AFAB426C8A3F}" type="presOf" srcId="{3957CF83-C033-43CD-A3D7-751BC64B83AB}" destId="{2CAC4AE8-4C35-4F4B-918D-84BCDFB0EA54}" srcOrd="0" destOrd="0" presId="urn:microsoft.com/office/officeart/2005/8/layout/vList3"/>
    <dgm:cxn modelId="{FFD8BB33-EED7-4D7C-B0B5-EFAB285FA59A}" srcId="{7E1264A7-9424-4A7C-B701-A3ABEB1E2E2A}" destId="{05DF584B-F5FB-4513-8BC5-84EDED7F2AD5}" srcOrd="2" destOrd="0" parTransId="{02A9677C-C99C-4D4B-B7F7-FD0298F1A5A5}" sibTransId="{993DDF03-957A-4438-BD75-2E96DE560B6F}"/>
    <dgm:cxn modelId="{67E38065-CF50-4028-8576-7CD2E8734667}" srcId="{7E1264A7-9424-4A7C-B701-A3ABEB1E2E2A}" destId="{8C773D44-6C29-4E6E-8ADE-F4E287BB828A}" srcOrd="4" destOrd="0" parTransId="{6B2E6AB3-6664-4121-944B-BDD4336E1FC1}" sibTransId="{B449F54B-15BF-455D-88B2-C798A8EE3431}"/>
    <dgm:cxn modelId="{7D4B0447-0C4C-4A2F-971D-BBCC496EA7BA}" type="presOf" srcId="{8C773D44-6C29-4E6E-8ADE-F4E287BB828A}" destId="{88D41E63-B57D-4157-9D63-123BF03C68BA}" srcOrd="0" destOrd="0" presId="urn:microsoft.com/office/officeart/2005/8/layout/vList3"/>
    <dgm:cxn modelId="{3EBF3552-8833-4E16-8D5E-33BA5B9A002E}" type="presOf" srcId="{16868D62-DD23-46B6-BA69-43136DCCD9CC}" destId="{90C5B9C4-5488-4894-93C2-10B29DA2C76C}" srcOrd="0" destOrd="0" presId="urn:microsoft.com/office/officeart/2005/8/layout/vList3"/>
    <dgm:cxn modelId="{2782DE77-34F1-41A1-B380-094CF33EAAA0}" srcId="{7E1264A7-9424-4A7C-B701-A3ABEB1E2E2A}" destId="{08898283-06FE-48FD-9065-94F0F4117391}" srcOrd="3" destOrd="0" parTransId="{F7AD6FC3-2095-442D-BC56-431BC20ECC8E}" sibTransId="{0A5F3D09-78AB-495A-B063-57C48DDE3F74}"/>
    <dgm:cxn modelId="{578EC097-A54B-4884-BD6E-100B628992D8}" srcId="{7E1264A7-9424-4A7C-B701-A3ABEB1E2E2A}" destId="{16868D62-DD23-46B6-BA69-43136DCCD9CC}" srcOrd="1" destOrd="0" parTransId="{373E3396-89EE-4A8D-AAA1-3C204432AEA2}" sibTransId="{CB11FB4F-EF62-4AA3-A2AF-0A329550A7EF}"/>
    <dgm:cxn modelId="{8E097799-B947-481A-8B5B-252D3B5C0DAF}" srcId="{7E1264A7-9424-4A7C-B701-A3ABEB1E2E2A}" destId="{3957CF83-C033-43CD-A3D7-751BC64B83AB}" srcOrd="5" destOrd="0" parTransId="{38FAF55D-9721-411E-B933-95A44626EEA2}" sibTransId="{BB4245F5-EB15-4AB9-B018-822B3409FC92}"/>
    <dgm:cxn modelId="{72ECFFB1-28E8-462F-B70A-EF3887D9DF37}" type="presOf" srcId="{05DF584B-F5FB-4513-8BC5-84EDED7F2AD5}" destId="{0556EDC6-87FF-47AB-84A4-60B21BF88A0C}" srcOrd="0" destOrd="0" presId="urn:microsoft.com/office/officeart/2005/8/layout/vList3"/>
    <dgm:cxn modelId="{9CAF83C3-9B0B-456E-9F4A-B2C536E6AF2E}" type="presOf" srcId="{8F4CEB20-870B-44E2-BAF4-1EEBD9D6FE69}" destId="{9D847CC5-E1B9-46F1-A3CC-F66754F5B3E9}" srcOrd="0" destOrd="0" presId="urn:microsoft.com/office/officeart/2005/8/layout/vList3"/>
    <dgm:cxn modelId="{C56E97F6-0495-42B8-986B-24EC3521EA76}" type="presOf" srcId="{08898283-06FE-48FD-9065-94F0F4117391}" destId="{24B35072-D0A7-4569-9887-BD977C8E7385}" srcOrd="0" destOrd="0" presId="urn:microsoft.com/office/officeart/2005/8/layout/vList3"/>
    <dgm:cxn modelId="{F99F1FF3-4E0D-4496-A8C7-338BCDEE6B38}" type="presParOf" srcId="{14033A63-EC39-4121-B547-F3978727A65A}" destId="{3A7934AF-DA06-4EBD-A008-D73A76B7D47D}" srcOrd="0" destOrd="0" presId="urn:microsoft.com/office/officeart/2005/8/layout/vList3"/>
    <dgm:cxn modelId="{69D04AD8-555E-480C-B6E4-77853493B358}" type="presParOf" srcId="{3A7934AF-DA06-4EBD-A008-D73A76B7D47D}" destId="{D9F877FE-95CC-4D7A-BA0A-26B83B16DCF6}" srcOrd="0" destOrd="0" presId="urn:microsoft.com/office/officeart/2005/8/layout/vList3"/>
    <dgm:cxn modelId="{41C6AC5C-6FF1-4CF8-9D31-B8658946F183}" type="presParOf" srcId="{3A7934AF-DA06-4EBD-A008-D73A76B7D47D}" destId="{9D847CC5-E1B9-46F1-A3CC-F66754F5B3E9}" srcOrd="1" destOrd="0" presId="urn:microsoft.com/office/officeart/2005/8/layout/vList3"/>
    <dgm:cxn modelId="{A8D06258-A656-493E-814B-E349FDABAC39}" type="presParOf" srcId="{14033A63-EC39-4121-B547-F3978727A65A}" destId="{5E5F7D1B-954B-40D0-AA53-DCE3BF33E402}" srcOrd="1" destOrd="0" presId="urn:microsoft.com/office/officeart/2005/8/layout/vList3"/>
    <dgm:cxn modelId="{7D8C54E8-44F0-4E2B-AC5F-21A86DA39F1B}" type="presParOf" srcId="{14033A63-EC39-4121-B547-F3978727A65A}" destId="{80C788F6-B5DC-49B3-9A9B-9582F215D230}" srcOrd="2" destOrd="0" presId="urn:microsoft.com/office/officeart/2005/8/layout/vList3"/>
    <dgm:cxn modelId="{7B714554-0D5B-4834-ABA3-1F8CBFA81C7B}" type="presParOf" srcId="{80C788F6-B5DC-49B3-9A9B-9582F215D230}" destId="{DB39358E-C80D-4422-B0FF-88D719C166A2}" srcOrd="0" destOrd="0" presId="urn:microsoft.com/office/officeart/2005/8/layout/vList3"/>
    <dgm:cxn modelId="{5172BA68-BE15-4DC6-AD92-573C3E467FFC}" type="presParOf" srcId="{80C788F6-B5DC-49B3-9A9B-9582F215D230}" destId="{90C5B9C4-5488-4894-93C2-10B29DA2C76C}" srcOrd="1" destOrd="0" presId="urn:microsoft.com/office/officeart/2005/8/layout/vList3"/>
    <dgm:cxn modelId="{678E2264-6E9D-4C5C-A377-EFDBB4940A68}" type="presParOf" srcId="{14033A63-EC39-4121-B547-F3978727A65A}" destId="{77C89327-DDE1-4110-8780-EE4697C2C351}" srcOrd="3" destOrd="0" presId="urn:microsoft.com/office/officeart/2005/8/layout/vList3"/>
    <dgm:cxn modelId="{8CC5CF96-B129-46D9-A507-68806D18C88F}" type="presParOf" srcId="{14033A63-EC39-4121-B547-F3978727A65A}" destId="{EACD6807-7DB3-473A-9ED6-AF4F586DDCCA}" srcOrd="4" destOrd="0" presId="urn:microsoft.com/office/officeart/2005/8/layout/vList3"/>
    <dgm:cxn modelId="{7C81B7E0-0CF0-4A05-A920-4DAFE9754588}" type="presParOf" srcId="{EACD6807-7DB3-473A-9ED6-AF4F586DDCCA}" destId="{8269B5BD-9065-421A-9695-36E6E512DFF6}" srcOrd="0" destOrd="0" presId="urn:microsoft.com/office/officeart/2005/8/layout/vList3"/>
    <dgm:cxn modelId="{2435F8F8-6F91-44C1-BD64-0B2C982131DD}" type="presParOf" srcId="{EACD6807-7DB3-473A-9ED6-AF4F586DDCCA}" destId="{0556EDC6-87FF-47AB-84A4-60B21BF88A0C}" srcOrd="1" destOrd="0" presId="urn:microsoft.com/office/officeart/2005/8/layout/vList3"/>
    <dgm:cxn modelId="{802A01EC-5E54-43D5-BCE3-516845032808}" type="presParOf" srcId="{14033A63-EC39-4121-B547-F3978727A65A}" destId="{B3CCDA5F-C84F-4845-B2E4-D147BE71592B}" srcOrd="5" destOrd="0" presId="urn:microsoft.com/office/officeart/2005/8/layout/vList3"/>
    <dgm:cxn modelId="{8E9D7FCC-A704-48C2-9471-39A5815AF535}" type="presParOf" srcId="{14033A63-EC39-4121-B547-F3978727A65A}" destId="{ABCF7321-2F79-4CC4-B013-EDF4AC07259E}" srcOrd="6" destOrd="0" presId="urn:microsoft.com/office/officeart/2005/8/layout/vList3"/>
    <dgm:cxn modelId="{191A4226-4A20-4F2C-A121-D771AE72A22A}" type="presParOf" srcId="{ABCF7321-2F79-4CC4-B013-EDF4AC07259E}" destId="{E19FDE39-DAAB-4B49-8C6C-109FC81BD7AF}" srcOrd="0" destOrd="0" presId="urn:microsoft.com/office/officeart/2005/8/layout/vList3"/>
    <dgm:cxn modelId="{5D6DBA7A-8CE1-4BCB-93A9-23A358ABD9EA}" type="presParOf" srcId="{ABCF7321-2F79-4CC4-B013-EDF4AC07259E}" destId="{24B35072-D0A7-4569-9887-BD977C8E7385}" srcOrd="1" destOrd="0" presId="urn:microsoft.com/office/officeart/2005/8/layout/vList3"/>
    <dgm:cxn modelId="{E162F049-8766-4F5E-B069-8863914E02BC}" type="presParOf" srcId="{14033A63-EC39-4121-B547-F3978727A65A}" destId="{CA8299E1-73FA-47AB-96BA-AF635952CC10}" srcOrd="7" destOrd="0" presId="urn:microsoft.com/office/officeart/2005/8/layout/vList3"/>
    <dgm:cxn modelId="{CF07EE13-E048-4432-9B0D-E06DD80C061A}" type="presParOf" srcId="{14033A63-EC39-4121-B547-F3978727A65A}" destId="{79BFA067-A1F7-4C9A-BFA1-CABB0620091B}" srcOrd="8" destOrd="0" presId="urn:microsoft.com/office/officeart/2005/8/layout/vList3"/>
    <dgm:cxn modelId="{D5239E24-8966-4295-8278-F68227FAAFAA}" type="presParOf" srcId="{79BFA067-A1F7-4C9A-BFA1-CABB0620091B}" destId="{DC1D762F-98A4-4FC1-8CE2-710870299CCF}" srcOrd="0" destOrd="0" presId="urn:microsoft.com/office/officeart/2005/8/layout/vList3"/>
    <dgm:cxn modelId="{D6FA1799-79B3-4601-9ED4-D9A06F00DFC7}" type="presParOf" srcId="{79BFA067-A1F7-4C9A-BFA1-CABB0620091B}" destId="{88D41E63-B57D-4157-9D63-123BF03C68BA}" srcOrd="1" destOrd="0" presId="urn:microsoft.com/office/officeart/2005/8/layout/vList3"/>
    <dgm:cxn modelId="{0BEF72A9-7210-40CC-A8BC-D4155FC3B6B8}" type="presParOf" srcId="{14033A63-EC39-4121-B547-F3978727A65A}" destId="{02A510E1-17AD-4CB2-9759-32BB2DC88772}" srcOrd="9" destOrd="0" presId="urn:microsoft.com/office/officeart/2005/8/layout/vList3"/>
    <dgm:cxn modelId="{92F6F306-1E24-4E50-98FF-ACF843B9F43B}" type="presParOf" srcId="{14033A63-EC39-4121-B547-F3978727A65A}" destId="{32D9CB92-E5D5-4FEB-B731-CB04552212D9}" srcOrd="10" destOrd="0" presId="urn:microsoft.com/office/officeart/2005/8/layout/vList3"/>
    <dgm:cxn modelId="{37236A24-BBAA-4A08-8C0A-EF67F0363E7A}" type="presParOf" srcId="{32D9CB92-E5D5-4FEB-B731-CB04552212D9}" destId="{DF1FC9E9-521B-412F-B524-7F86763D06FB}" srcOrd="0" destOrd="0" presId="urn:microsoft.com/office/officeart/2005/8/layout/vList3"/>
    <dgm:cxn modelId="{F3752D99-FF45-4876-9DE7-1A6BA4E758CF}" type="presParOf" srcId="{32D9CB92-E5D5-4FEB-B731-CB04552212D9}" destId="{2CAC4AE8-4C35-4F4B-918D-84BCDFB0EA5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5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34C530-5A58-4149-AC98-876DD53A29B3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E"/>
        </a:p>
      </dgm:t>
    </dgm:pt>
    <dgm:pt modelId="{26D1E702-1380-414E-8B4E-B54CE129D437}">
      <dgm:prSet phldrT="[Text]" custT="1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sz="2800" dirty="0"/>
            <a:t>Monaco Editor (syntax highlighting)</a:t>
          </a:r>
        </a:p>
      </dgm:t>
    </dgm:pt>
    <dgm:pt modelId="{F8956EC4-DA74-404A-AFD6-62B3F21A14E0}" type="parTrans" cxnId="{08E793B5-6D9F-4942-A9BC-5CDAD3D02761}">
      <dgm:prSet/>
      <dgm:spPr/>
      <dgm:t>
        <a:bodyPr/>
        <a:lstStyle/>
        <a:p>
          <a:endParaRPr lang="en-IE"/>
        </a:p>
      </dgm:t>
    </dgm:pt>
    <dgm:pt modelId="{A429E6F0-9EB3-45F1-9AAB-7BD5AD18C467}" type="sibTrans" cxnId="{08E793B5-6D9F-4942-A9BC-5CDAD3D02761}">
      <dgm:prSet/>
      <dgm:spPr/>
      <dgm:t>
        <a:bodyPr/>
        <a:lstStyle/>
        <a:p>
          <a:endParaRPr lang="en-IE"/>
        </a:p>
      </dgm:t>
    </dgm:pt>
    <dgm:pt modelId="{B84BCC7A-C999-464F-96E0-EB87AC371A9F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ML difficulty badge</a:t>
          </a:r>
        </a:p>
      </dgm:t>
    </dgm:pt>
    <dgm:pt modelId="{1701475C-1CA6-41E8-8F8D-691A2760BE65}" type="parTrans" cxnId="{1785D7F6-3333-4348-9964-85677733A290}">
      <dgm:prSet/>
      <dgm:spPr/>
      <dgm:t>
        <a:bodyPr/>
        <a:lstStyle/>
        <a:p>
          <a:endParaRPr lang="en-IE"/>
        </a:p>
      </dgm:t>
    </dgm:pt>
    <dgm:pt modelId="{6FBB0458-BE62-4B31-9B39-F9E2A12AF6D3}" type="sibTrans" cxnId="{1785D7F6-3333-4348-9964-85677733A290}">
      <dgm:prSet/>
      <dgm:spPr/>
      <dgm:t>
        <a:bodyPr/>
        <a:lstStyle/>
        <a:p>
          <a:endParaRPr lang="en-IE"/>
        </a:p>
      </dgm:t>
    </dgm:pt>
    <dgm:pt modelId="{40E71C57-5082-4EBD-94B6-0BE8ADC5A6E1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Runtime, memory, CPU, length</a:t>
          </a:r>
        </a:p>
      </dgm:t>
    </dgm:pt>
    <dgm:pt modelId="{09AE2F8D-CD1B-493A-B2CC-57B11A8D888E}" type="parTrans" cxnId="{AB7271B9-AB6B-4A9A-99BD-748433470A80}">
      <dgm:prSet/>
      <dgm:spPr/>
      <dgm:t>
        <a:bodyPr/>
        <a:lstStyle/>
        <a:p>
          <a:endParaRPr lang="en-IE"/>
        </a:p>
      </dgm:t>
    </dgm:pt>
    <dgm:pt modelId="{58C0809A-34BD-4035-8D7A-6117FF0A7578}" type="sibTrans" cxnId="{AB7271B9-AB6B-4A9A-99BD-748433470A80}">
      <dgm:prSet/>
      <dgm:spPr/>
      <dgm:t>
        <a:bodyPr/>
        <a:lstStyle/>
        <a:p>
          <a:endParaRPr lang="en-IE"/>
        </a:p>
      </dgm:t>
    </dgm:pt>
    <dgm:pt modelId="{433A075A-E85B-4ED3-9CB7-297DD16E081E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Topic tag badge</a:t>
          </a:r>
        </a:p>
      </dgm:t>
    </dgm:pt>
    <dgm:pt modelId="{3547E464-2247-4DC9-9458-58AF59055738}" type="parTrans" cxnId="{8C2302FC-8FC9-4E48-8A6F-E25DDB9D1DA6}">
      <dgm:prSet/>
      <dgm:spPr/>
      <dgm:t>
        <a:bodyPr/>
        <a:lstStyle/>
        <a:p>
          <a:endParaRPr lang="en-IE"/>
        </a:p>
      </dgm:t>
    </dgm:pt>
    <dgm:pt modelId="{A760149E-BF0E-4975-AFF2-9B563F4EBDD9}" type="sibTrans" cxnId="{8C2302FC-8FC9-4E48-8A6F-E25DDB9D1DA6}">
      <dgm:prSet/>
      <dgm:spPr/>
      <dgm:t>
        <a:bodyPr/>
        <a:lstStyle/>
        <a:p>
          <a:endParaRPr lang="en-IE"/>
        </a:p>
      </dgm:t>
    </dgm:pt>
    <dgm:pt modelId="{E3616603-97A4-478C-8815-96BF86D9028B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Markdown problem + examples</a:t>
          </a:r>
        </a:p>
      </dgm:t>
    </dgm:pt>
    <dgm:pt modelId="{BCC9699B-44DD-4000-94C2-75EE69518DDD}" type="parTrans" cxnId="{202EA79C-B5AD-4425-9E93-AA023D6D2759}">
      <dgm:prSet/>
      <dgm:spPr/>
      <dgm:t>
        <a:bodyPr/>
        <a:lstStyle/>
        <a:p>
          <a:endParaRPr lang="en-IE"/>
        </a:p>
      </dgm:t>
    </dgm:pt>
    <dgm:pt modelId="{84D241B7-635B-455F-BDBD-81B316F7CBA3}" type="sibTrans" cxnId="{202EA79C-B5AD-4425-9E93-AA023D6D2759}">
      <dgm:prSet/>
      <dgm:spPr/>
      <dgm:t>
        <a:bodyPr/>
        <a:lstStyle/>
        <a:p>
          <a:endParaRPr lang="en-IE"/>
        </a:p>
      </dgm:t>
    </dgm:pt>
    <dgm:pt modelId="{602B7515-3317-4296-BBEB-8CFA78A160A2}">
      <dgm:prSet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Run | Submit (test cases)</a:t>
          </a:r>
        </a:p>
      </dgm:t>
    </dgm:pt>
    <dgm:pt modelId="{64292DA6-A599-42EF-BD99-A97A7F520E70}" type="parTrans" cxnId="{CF687889-A38E-4988-B1C2-8E726A45DC5D}">
      <dgm:prSet/>
      <dgm:spPr/>
      <dgm:t>
        <a:bodyPr/>
        <a:lstStyle/>
        <a:p>
          <a:endParaRPr lang="en-IE"/>
        </a:p>
      </dgm:t>
    </dgm:pt>
    <dgm:pt modelId="{B13697FD-7C92-4BC3-9349-F060C0313737}" type="sibTrans" cxnId="{CF687889-A38E-4988-B1C2-8E726A45DC5D}">
      <dgm:prSet/>
      <dgm:spPr/>
      <dgm:t>
        <a:bodyPr/>
        <a:lstStyle/>
        <a:p>
          <a:endParaRPr lang="en-IE"/>
        </a:p>
      </dgm:t>
    </dgm:pt>
    <dgm:pt modelId="{6398DAD9-7D7B-4A20-BC63-EC071F1E9E4B}" type="pres">
      <dgm:prSet presAssocID="{E234C530-5A58-4149-AC98-876DD53A29B3}" presName="diagram" presStyleCnt="0">
        <dgm:presLayoutVars>
          <dgm:dir/>
          <dgm:resizeHandles val="exact"/>
        </dgm:presLayoutVars>
      </dgm:prSet>
      <dgm:spPr/>
    </dgm:pt>
    <dgm:pt modelId="{48A77705-F78C-4CE6-9BEB-ACD9EAE190B5}" type="pres">
      <dgm:prSet presAssocID="{26D1E702-1380-414E-8B4E-B54CE129D437}" presName="node" presStyleLbl="node1" presStyleIdx="0" presStyleCnt="6">
        <dgm:presLayoutVars>
          <dgm:bulletEnabled val="1"/>
        </dgm:presLayoutVars>
      </dgm:prSet>
      <dgm:spPr/>
    </dgm:pt>
    <dgm:pt modelId="{38CA6DCD-B9FB-47CC-AD64-BF23B9B679EC}" type="pres">
      <dgm:prSet presAssocID="{A429E6F0-9EB3-45F1-9AAB-7BD5AD18C467}" presName="sibTrans" presStyleCnt="0"/>
      <dgm:spPr/>
    </dgm:pt>
    <dgm:pt modelId="{B70CAC9F-3660-42F3-9842-7D4A28E2A600}" type="pres">
      <dgm:prSet presAssocID="{B84BCC7A-C999-464F-96E0-EB87AC371A9F}" presName="node" presStyleLbl="node1" presStyleIdx="1" presStyleCnt="6">
        <dgm:presLayoutVars>
          <dgm:bulletEnabled val="1"/>
        </dgm:presLayoutVars>
      </dgm:prSet>
      <dgm:spPr/>
    </dgm:pt>
    <dgm:pt modelId="{65D532BA-3CB5-4D0F-8FDA-B6E9FC3742A1}" type="pres">
      <dgm:prSet presAssocID="{6FBB0458-BE62-4B31-9B39-F9E2A12AF6D3}" presName="sibTrans" presStyleCnt="0"/>
      <dgm:spPr/>
    </dgm:pt>
    <dgm:pt modelId="{DC9A1021-7943-4AB5-9E5C-F0505CDC0651}" type="pres">
      <dgm:prSet presAssocID="{40E71C57-5082-4EBD-94B6-0BE8ADC5A6E1}" presName="node" presStyleLbl="node1" presStyleIdx="2" presStyleCnt="6">
        <dgm:presLayoutVars>
          <dgm:bulletEnabled val="1"/>
        </dgm:presLayoutVars>
      </dgm:prSet>
      <dgm:spPr/>
    </dgm:pt>
    <dgm:pt modelId="{0BBEFA36-4BAF-4E6C-880B-C448FDD1219E}" type="pres">
      <dgm:prSet presAssocID="{58C0809A-34BD-4035-8D7A-6117FF0A7578}" presName="sibTrans" presStyleCnt="0"/>
      <dgm:spPr/>
    </dgm:pt>
    <dgm:pt modelId="{06106221-33CD-41BE-9BF2-E0DAF9C54214}" type="pres">
      <dgm:prSet presAssocID="{433A075A-E85B-4ED3-9CB7-297DD16E081E}" presName="node" presStyleLbl="node1" presStyleIdx="3" presStyleCnt="6">
        <dgm:presLayoutVars>
          <dgm:bulletEnabled val="1"/>
        </dgm:presLayoutVars>
      </dgm:prSet>
      <dgm:spPr/>
    </dgm:pt>
    <dgm:pt modelId="{E0A0F6D7-4E32-4E88-9575-0F1AAAAD0FF5}" type="pres">
      <dgm:prSet presAssocID="{A760149E-BF0E-4975-AFF2-9B563F4EBDD9}" presName="sibTrans" presStyleCnt="0"/>
      <dgm:spPr/>
    </dgm:pt>
    <dgm:pt modelId="{5A07ADE9-2E71-4B1C-BEE0-19871D090E3C}" type="pres">
      <dgm:prSet presAssocID="{E3616603-97A4-478C-8815-96BF86D9028B}" presName="node" presStyleLbl="node1" presStyleIdx="4" presStyleCnt="6">
        <dgm:presLayoutVars>
          <dgm:bulletEnabled val="1"/>
        </dgm:presLayoutVars>
      </dgm:prSet>
      <dgm:spPr/>
    </dgm:pt>
    <dgm:pt modelId="{57C79F08-966D-4EF9-A747-6035072588DD}" type="pres">
      <dgm:prSet presAssocID="{84D241B7-635B-455F-BDBD-81B316F7CBA3}" presName="sibTrans" presStyleCnt="0"/>
      <dgm:spPr/>
    </dgm:pt>
    <dgm:pt modelId="{B64889BC-C6F9-4B4C-B8DF-715C611B505B}" type="pres">
      <dgm:prSet presAssocID="{602B7515-3317-4296-BBEB-8CFA78A160A2}" presName="node" presStyleLbl="node1" presStyleIdx="5" presStyleCnt="6">
        <dgm:presLayoutVars>
          <dgm:bulletEnabled val="1"/>
        </dgm:presLayoutVars>
      </dgm:prSet>
      <dgm:spPr/>
    </dgm:pt>
  </dgm:ptLst>
  <dgm:cxnLst>
    <dgm:cxn modelId="{DDD15202-29A4-4B66-A4BF-FB321771376D}" type="presOf" srcId="{B84BCC7A-C999-464F-96E0-EB87AC371A9F}" destId="{B70CAC9F-3660-42F3-9842-7D4A28E2A600}" srcOrd="0" destOrd="0" presId="urn:microsoft.com/office/officeart/2005/8/layout/default"/>
    <dgm:cxn modelId="{646E5A14-D2B9-41CD-B24B-3F37AA9CBE33}" type="presOf" srcId="{602B7515-3317-4296-BBEB-8CFA78A160A2}" destId="{B64889BC-C6F9-4B4C-B8DF-715C611B505B}" srcOrd="0" destOrd="0" presId="urn:microsoft.com/office/officeart/2005/8/layout/default"/>
    <dgm:cxn modelId="{7970992C-B8FE-4FEF-BE66-77D04E89F87D}" type="presOf" srcId="{E3616603-97A4-478C-8815-96BF86D9028B}" destId="{5A07ADE9-2E71-4B1C-BEE0-19871D090E3C}" srcOrd="0" destOrd="0" presId="urn:microsoft.com/office/officeart/2005/8/layout/default"/>
    <dgm:cxn modelId="{0BEED834-D5EA-4D37-B4C2-2FA1CC8373CD}" type="presOf" srcId="{26D1E702-1380-414E-8B4E-B54CE129D437}" destId="{48A77705-F78C-4CE6-9BEB-ACD9EAE190B5}" srcOrd="0" destOrd="0" presId="urn:microsoft.com/office/officeart/2005/8/layout/default"/>
    <dgm:cxn modelId="{03B1FA40-6057-4DCC-9941-CBF9D915A3E6}" type="presOf" srcId="{40E71C57-5082-4EBD-94B6-0BE8ADC5A6E1}" destId="{DC9A1021-7943-4AB5-9E5C-F0505CDC0651}" srcOrd="0" destOrd="0" presId="urn:microsoft.com/office/officeart/2005/8/layout/default"/>
    <dgm:cxn modelId="{CF687889-A38E-4988-B1C2-8E726A45DC5D}" srcId="{E234C530-5A58-4149-AC98-876DD53A29B3}" destId="{602B7515-3317-4296-BBEB-8CFA78A160A2}" srcOrd="5" destOrd="0" parTransId="{64292DA6-A599-42EF-BD99-A97A7F520E70}" sibTransId="{B13697FD-7C92-4BC3-9349-F060C0313737}"/>
    <dgm:cxn modelId="{202EA79C-B5AD-4425-9E93-AA023D6D2759}" srcId="{E234C530-5A58-4149-AC98-876DD53A29B3}" destId="{E3616603-97A4-478C-8815-96BF86D9028B}" srcOrd="4" destOrd="0" parTransId="{BCC9699B-44DD-4000-94C2-75EE69518DDD}" sibTransId="{84D241B7-635B-455F-BDBD-81B316F7CBA3}"/>
    <dgm:cxn modelId="{08E793B5-6D9F-4942-A9BC-5CDAD3D02761}" srcId="{E234C530-5A58-4149-AC98-876DD53A29B3}" destId="{26D1E702-1380-414E-8B4E-B54CE129D437}" srcOrd="0" destOrd="0" parTransId="{F8956EC4-DA74-404A-AFD6-62B3F21A14E0}" sibTransId="{A429E6F0-9EB3-45F1-9AAB-7BD5AD18C467}"/>
    <dgm:cxn modelId="{AB7271B9-AB6B-4A9A-99BD-748433470A80}" srcId="{E234C530-5A58-4149-AC98-876DD53A29B3}" destId="{40E71C57-5082-4EBD-94B6-0BE8ADC5A6E1}" srcOrd="2" destOrd="0" parTransId="{09AE2F8D-CD1B-493A-B2CC-57B11A8D888E}" sibTransId="{58C0809A-34BD-4035-8D7A-6117FF0A7578}"/>
    <dgm:cxn modelId="{2253B5E3-BB57-4027-9669-F3F755327FAD}" type="presOf" srcId="{433A075A-E85B-4ED3-9CB7-297DD16E081E}" destId="{06106221-33CD-41BE-9BF2-E0DAF9C54214}" srcOrd="0" destOrd="0" presId="urn:microsoft.com/office/officeart/2005/8/layout/default"/>
    <dgm:cxn modelId="{1785D7F6-3333-4348-9964-85677733A290}" srcId="{E234C530-5A58-4149-AC98-876DD53A29B3}" destId="{B84BCC7A-C999-464F-96E0-EB87AC371A9F}" srcOrd="1" destOrd="0" parTransId="{1701475C-1CA6-41E8-8F8D-691A2760BE65}" sibTransId="{6FBB0458-BE62-4B31-9B39-F9E2A12AF6D3}"/>
    <dgm:cxn modelId="{8C2302FC-8FC9-4E48-8A6F-E25DDB9D1DA6}" srcId="{E234C530-5A58-4149-AC98-876DD53A29B3}" destId="{433A075A-E85B-4ED3-9CB7-297DD16E081E}" srcOrd="3" destOrd="0" parTransId="{3547E464-2247-4DC9-9458-58AF59055738}" sibTransId="{A760149E-BF0E-4975-AFF2-9B563F4EBDD9}"/>
    <dgm:cxn modelId="{5348B2FC-024A-49F6-BE2B-A8E7660691EF}" type="presOf" srcId="{E234C530-5A58-4149-AC98-876DD53A29B3}" destId="{6398DAD9-7D7B-4A20-BC63-EC071F1E9E4B}" srcOrd="0" destOrd="0" presId="urn:microsoft.com/office/officeart/2005/8/layout/default"/>
    <dgm:cxn modelId="{427B10BB-E468-4E1E-8503-1DEC51A40DF1}" type="presParOf" srcId="{6398DAD9-7D7B-4A20-BC63-EC071F1E9E4B}" destId="{48A77705-F78C-4CE6-9BEB-ACD9EAE190B5}" srcOrd="0" destOrd="0" presId="urn:microsoft.com/office/officeart/2005/8/layout/default"/>
    <dgm:cxn modelId="{FECA6FBB-676C-491A-96FE-ABFA0827C4E9}" type="presParOf" srcId="{6398DAD9-7D7B-4A20-BC63-EC071F1E9E4B}" destId="{38CA6DCD-B9FB-47CC-AD64-BF23B9B679EC}" srcOrd="1" destOrd="0" presId="urn:microsoft.com/office/officeart/2005/8/layout/default"/>
    <dgm:cxn modelId="{EF8A9891-A149-4C30-A148-FE81DAB1BC76}" type="presParOf" srcId="{6398DAD9-7D7B-4A20-BC63-EC071F1E9E4B}" destId="{B70CAC9F-3660-42F3-9842-7D4A28E2A600}" srcOrd="2" destOrd="0" presId="urn:microsoft.com/office/officeart/2005/8/layout/default"/>
    <dgm:cxn modelId="{9B221FF5-2CD7-4793-85E1-DCDC60AB2C3A}" type="presParOf" srcId="{6398DAD9-7D7B-4A20-BC63-EC071F1E9E4B}" destId="{65D532BA-3CB5-4D0F-8FDA-B6E9FC3742A1}" srcOrd="3" destOrd="0" presId="urn:microsoft.com/office/officeart/2005/8/layout/default"/>
    <dgm:cxn modelId="{3FC8630E-EAA9-4CB4-BA0E-4178110F1D72}" type="presParOf" srcId="{6398DAD9-7D7B-4A20-BC63-EC071F1E9E4B}" destId="{DC9A1021-7943-4AB5-9E5C-F0505CDC0651}" srcOrd="4" destOrd="0" presId="urn:microsoft.com/office/officeart/2005/8/layout/default"/>
    <dgm:cxn modelId="{B239B78B-7B62-42AA-8A76-EAE7790AC0B3}" type="presParOf" srcId="{6398DAD9-7D7B-4A20-BC63-EC071F1E9E4B}" destId="{0BBEFA36-4BAF-4E6C-880B-C448FDD1219E}" srcOrd="5" destOrd="0" presId="urn:microsoft.com/office/officeart/2005/8/layout/default"/>
    <dgm:cxn modelId="{712CD764-1F87-4D7B-9D57-8476B606706C}" type="presParOf" srcId="{6398DAD9-7D7B-4A20-BC63-EC071F1E9E4B}" destId="{06106221-33CD-41BE-9BF2-E0DAF9C54214}" srcOrd="6" destOrd="0" presId="urn:microsoft.com/office/officeart/2005/8/layout/default"/>
    <dgm:cxn modelId="{646789D1-F52C-4C79-8035-44057921A9A3}" type="presParOf" srcId="{6398DAD9-7D7B-4A20-BC63-EC071F1E9E4B}" destId="{E0A0F6D7-4E32-4E88-9575-0F1AAAAD0FF5}" srcOrd="7" destOrd="0" presId="urn:microsoft.com/office/officeart/2005/8/layout/default"/>
    <dgm:cxn modelId="{A5CAD4D3-2C10-4C5A-968E-F4DE08A09862}" type="presParOf" srcId="{6398DAD9-7D7B-4A20-BC63-EC071F1E9E4B}" destId="{5A07ADE9-2E71-4B1C-BEE0-19871D090E3C}" srcOrd="8" destOrd="0" presId="urn:microsoft.com/office/officeart/2005/8/layout/default"/>
    <dgm:cxn modelId="{02DCCAC7-08CC-48EB-9A75-09727247998C}" type="presParOf" srcId="{6398DAD9-7D7B-4A20-BC63-EC071F1E9E4B}" destId="{57C79F08-966D-4EF9-A747-6035072588DD}" srcOrd="9" destOrd="0" presId="urn:microsoft.com/office/officeart/2005/8/layout/default"/>
    <dgm:cxn modelId="{8C67BDEF-B16D-4BB2-80DF-5CDC9222586D}" type="presParOf" srcId="{6398DAD9-7D7B-4A20-BC63-EC071F1E9E4B}" destId="{B64889BC-C6F9-4B4C-B8DF-715C611B505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34C530-5A58-4149-AC98-876DD53A29B3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E"/>
        </a:p>
      </dgm:t>
    </dgm:pt>
    <dgm:pt modelId="{26D1E702-1380-414E-8B4E-B54CE129D437}">
      <dgm:prSet phldrT="[Text]" custT="1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sz="2800" dirty="0"/>
            <a:t>27 features + TF-IDF</a:t>
          </a:r>
        </a:p>
      </dgm:t>
    </dgm:pt>
    <dgm:pt modelId="{F8956EC4-DA74-404A-AFD6-62B3F21A14E0}" type="parTrans" cxnId="{08E793B5-6D9F-4942-A9BC-5CDAD3D02761}">
      <dgm:prSet/>
      <dgm:spPr/>
      <dgm:t>
        <a:bodyPr/>
        <a:lstStyle/>
        <a:p>
          <a:endParaRPr lang="en-IE"/>
        </a:p>
      </dgm:t>
    </dgm:pt>
    <dgm:pt modelId="{A429E6F0-9EB3-45F1-9AAB-7BD5AD18C467}" type="sibTrans" cxnId="{08E793B5-6D9F-4942-A9BC-5CDAD3D02761}">
      <dgm:prSet/>
      <dgm:spPr/>
      <dgm:t>
        <a:bodyPr/>
        <a:lstStyle/>
        <a:p>
          <a:endParaRPr lang="en-IE"/>
        </a:p>
      </dgm:t>
    </dgm:pt>
    <dgm:pt modelId="{B84BCC7A-C999-464F-96E0-EB87AC371A9F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CPU, memory, code size</a:t>
          </a:r>
        </a:p>
      </dgm:t>
    </dgm:pt>
    <dgm:pt modelId="{1701475C-1CA6-41E8-8F8D-691A2760BE65}" type="parTrans" cxnId="{1785D7F6-3333-4348-9964-85677733A290}">
      <dgm:prSet/>
      <dgm:spPr/>
      <dgm:t>
        <a:bodyPr/>
        <a:lstStyle/>
        <a:p>
          <a:endParaRPr lang="en-IE"/>
        </a:p>
      </dgm:t>
    </dgm:pt>
    <dgm:pt modelId="{6FBB0458-BE62-4B31-9B39-F9E2A12AF6D3}" type="sibTrans" cxnId="{1785D7F6-3333-4348-9964-85677733A290}">
      <dgm:prSet/>
      <dgm:spPr/>
      <dgm:t>
        <a:bodyPr/>
        <a:lstStyle/>
        <a:p>
          <a:endParaRPr lang="en-IE"/>
        </a:p>
      </dgm:t>
    </dgm:pt>
    <dgm:pt modelId="{40E71C57-5082-4EBD-94B6-0BE8ADC5A6E1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Text stats: words, sentences</a:t>
          </a:r>
        </a:p>
      </dgm:t>
    </dgm:pt>
    <dgm:pt modelId="{09AE2F8D-CD1B-493A-B2CC-57B11A8D888E}" type="parTrans" cxnId="{AB7271B9-AB6B-4A9A-99BD-748433470A80}">
      <dgm:prSet/>
      <dgm:spPr/>
      <dgm:t>
        <a:bodyPr/>
        <a:lstStyle/>
        <a:p>
          <a:endParaRPr lang="en-IE"/>
        </a:p>
      </dgm:t>
    </dgm:pt>
    <dgm:pt modelId="{58C0809A-34BD-4035-8D7A-6117FF0A7578}" type="sibTrans" cxnId="{AB7271B9-AB6B-4A9A-99BD-748433470A80}">
      <dgm:prSet/>
      <dgm:spPr/>
      <dgm:t>
        <a:bodyPr/>
        <a:lstStyle/>
        <a:p>
          <a:endParaRPr lang="en-IE"/>
        </a:p>
      </dgm:t>
    </dgm:pt>
    <dgm:pt modelId="{433A075A-E85B-4ED3-9CB7-297DD16E081E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Keyword flags (DP, graphs, etc)</a:t>
          </a:r>
        </a:p>
      </dgm:t>
    </dgm:pt>
    <dgm:pt modelId="{3547E464-2247-4DC9-9458-58AF59055738}" type="parTrans" cxnId="{8C2302FC-8FC9-4E48-8A6F-E25DDB9D1DA6}">
      <dgm:prSet/>
      <dgm:spPr/>
      <dgm:t>
        <a:bodyPr/>
        <a:lstStyle/>
        <a:p>
          <a:endParaRPr lang="en-IE"/>
        </a:p>
      </dgm:t>
    </dgm:pt>
    <dgm:pt modelId="{A760149E-BF0E-4975-AFF2-9B563F4EBDD9}" type="sibTrans" cxnId="{8C2302FC-8FC9-4E48-8A6F-E25DDB9D1DA6}">
      <dgm:prSet/>
      <dgm:spPr/>
      <dgm:t>
        <a:bodyPr/>
        <a:lstStyle/>
        <a:p>
          <a:endParaRPr lang="en-IE"/>
        </a:p>
      </dgm:t>
    </dgm:pt>
    <dgm:pt modelId="{E3616603-97A4-478C-8815-96BF86D9028B}">
      <dgm:prSet phldrT="[Text]"/>
      <dgm:spPr>
        <a:solidFill>
          <a:srgbClr val="262626"/>
        </a:solidFill>
        <a:ln>
          <a:solidFill>
            <a:srgbClr val="FF9500"/>
          </a:solidFill>
        </a:ln>
      </dgm:spPr>
      <dgm:t>
        <a:bodyPr/>
        <a:lstStyle/>
        <a:p>
          <a:pPr>
            <a:buNone/>
          </a:pPr>
          <a:r>
            <a:rPr lang="en-IE" dirty="0"/>
            <a:t>Word + char n-grams</a:t>
          </a:r>
        </a:p>
      </dgm:t>
    </dgm:pt>
    <dgm:pt modelId="{BCC9699B-44DD-4000-94C2-75EE69518DDD}" type="parTrans" cxnId="{202EA79C-B5AD-4425-9E93-AA023D6D2759}">
      <dgm:prSet/>
      <dgm:spPr/>
      <dgm:t>
        <a:bodyPr/>
        <a:lstStyle/>
        <a:p>
          <a:endParaRPr lang="en-IE"/>
        </a:p>
      </dgm:t>
    </dgm:pt>
    <dgm:pt modelId="{84D241B7-635B-455F-BDBD-81B316F7CBA3}" type="sibTrans" cxnId="{202EA79C-B5AD-4425-9E93-AA023D6D2759}">
      <dgm:prSet/>
      <dgm:spPr/>
      <dgm:t>
        <a:bodyPr/>
        <a:lstStyle/>
        <a:p>
          <a:endParaRPr lang="en-IE"/>
        </a:p>
      </dgm:t>
    </dgm:pt>
    <dgm:pt modelId="{6398DAD9-7D7B-4A20-BC63-EC071F1E9E4B}" type="pres">
      <dgm:prSet presAssocID="{E234C530-5A58-4149-AC98-876DD53A29B3}" presName="diagram" presStyleCnt="0">
        <dgm:presLayoutVars>
          <dgm:dir/>
          <dgm:resizeHandles val="exact"/>
        </dgm:presLayoutVars>
      </dgm:prSet>
      <dgm:spPr/>
    </dgm:pt>
    <dgm:pt modelId="{48A77705-F78C-4CE6-9BEB-ACD9EAE190B5}" type="pres">
      <dgm:prSet presAssocID="{26D1E702-1380-414E-8B4E-B54CE129D437}" presName="node" presStyleLbl="node1" presStyleIdx="0" presStyleCnt="5">
        <dgm:presLayoutVars>
          <dgm:bulletEnabled val="1"/>
        </dgm:presLayoutVars>
      </dgm:prSet>
      <dgm:spPr/>
    </dgm:pt>
    <dgm:pt modelId="{38CA6DCD-B9FB-47CC-AD64-BF23B9B679EC}" type="pres">
      <dgm:prSet presAssocID="{A429E6F0-9EB3-45F1-9AAB-7BD5AD18C467}" presName="sibTrans" presStyleCnt="0"/>
      <dgm:spPr/>
    </dgm:pt>
    <dgm:pt modelId="{B70CAC9F-3660-42F3-9842-7D4A28E2A600}" type="pres">
      <dgm:prSet presAssocID="{B84BCC7A-C999-464F-96E0-EB87AC371A9F}" presName="node" presStyleLbl="node1" presStyleIdx="1" presStyleCnt="5">
        <dgm:presLayoutVars>
          <dgm:bulletEnabled val="1"/>
        </dgm:presLayoutVars>
      </dgm:prSet>
      <dgm:spPr/>
    </dgm:pt>
    <dgm:pt modelId="{65D532BA-3CB5-4D0F-8FDA-B6E9FC3742A1}" type="pres">
      <dgm:prSet presAssocID="{6FBB0458-BE62-4B31-9B39-F9E2A12AF6D3}" presName="sibTrans" presStyleCnt="0"/>
      <dgm:spPr/>
    </dgm:pt>
    <dgm:pt modelId="{DC9A1021-7943-4AB5-9E5C-F0505CDC0651}" type="pres">
      <dgm:prSet presAssocID="{40E71C57-5082-4EBD-94B6-0BE8ADC5A6E1}" presName="node" presStyleLbl="node1" presStyleIdx="2" presStyleCnt="5">
        <dgm:presLayoutVars>
          <dgm:bulletEnabled val="1"/>
        </dgm:presLayoutVars>
      </dgm:prSet>
      <dgm:spPr/>
    </dgm:pt>
    <dgm:pt modelId="{0BBEFA36-4BAF-4E6C-880B-C448FDD1219E}" type="pres">
      <dgm:prSet presAssocID="{58C0809A-34BD-4035-8D7A-6117FF0A7578}" presName="sibTrans" presStyleCnt="0"/>
      <dgm:spPr/>
    </dgm:pt>
    <dgm:pt modelId="{06106221-33CD-41BE-9BF2-E0DAF9C54214}" type="pres">
      <dgm:prSet presAssocID="{433A075A-E85B-4ED3-9CB7-297DD16E081E}" presName="node" presStyleLbl="node1" presStyleIdx="3" presStyleCnt="5">
        <dgm:presLayoutVars>
          <dgm:bulletEnabled val="1"/>
        </dgm:presLayoutVars>
      </dgm:prSet>
      <dgm:spPr/>
    </dgm:pt>
    <dgm:pt modelId="{E0A0F6D7-4E32-4E88-9575-0F1AAAAD0FF5}" type="pres">
      <dgm:prSet presAssocID="{A760149E-BF0E-4975-AFF2-9B563F4EBDD9}" presName="sibTrans" presStyleCnt="0"/>
      <dgm:spPr/>
    </dgm:pt>
    <dgm:pt modelId="{5A07ADE9-2E71-4B1C-BEE0-19871D090E3C}" type="pres">
      <dgm:prSet presAssocID="{E3616603-97A4-478C-8815-96BF86D9028B}" presName="node" presStyleLbl="node1" presStyleIdx="4" presStyleCnt="5">
        <dgm:presLayoutVars>
          <dgm:bulletEnabled val="1"/>
        </dgm:presLayoutVars>
      </dgm:prSet>
      <dgm:spPr/>
    </dgm:pt>
  </dgm:ptLst>
  <dgm:cxnLst>
    <dgm:cxn modelId="{DDD15202-29A4-4B66-A4BF-FB321771376D}" type="presOf" srcId="{B84BCC7A-C999-464F-96E0-EB87AC371A9F}" destId="{B70CAC9F-3660-42F3-9842-7D4A28E2A600}" srcOrd="0" destOrd="0" presId="urn:microsoft.com/office/officeart/2005/8/layout/default"/>
    <dgm:cxn modelId="{7970992C-B8FE-4FEF-BE66-77D04E89F87D}" type="presOf" srcId="{E3616603-97A4-478C-8815-96BF86D9028B}" destId="{5A07ADE9-2E71-4B1C-BEE0-19871D090E3C}" srcOrd="0" destOrd="0" presId="urn:microsoft.com/office/officeart/2005/8/layout/default"/>
    <dgm:cxn modelId="{0BEED834-D5EA-4D37-B4C2-2FA1CC8373CD}" type="presOf" srcId="{26D1E702-1380-414E-8B4E-B54CE129D437}" destId="{48A77705-F78C-4CE6-9BEB-ACD9EAE190B5}" srcOrd="0" destOrd="0" presId="urn:microsoft.com/office/officeart/2005/8/layout/default"/>
    <dgm:cxn modelId="{03B1FA40-6057-4DCC-9941-CBF9D915A3E6}" type="presOf" srcId="{40E71C57-5082-4EBD-94B6-0BE8ADC5A6E1}" destId="{DC9A1021-7943-4AB5-9E5C-F0505CDC0651}" srcOrd="0" destOrd="0" presId="urn:microsoft.com/office/officeart/2005/8/layout/default"/>
    <dgm:cxn modelId="{202EA79C-B5AD-4425-9E93-AA023D6D2759}" srcId="{E234C530-5A58-4149-AC98-876DD53A29B3}" destId="{E3616603-97A4-478C-8815-96BF86D9028B}" srcOrd="4" destOrd="0" parTransId="{BCC9699B-44DD-4000-94C2-75EE69518DDD}" sibTransId="{84D241B7-635B-455F-BDBD-81B316F7CBA3}"/>
    <dgm:cxn modelId="{08E793B5-6D9F-4942-A9BC-5CDAD3D02761}" srcId="{E234C530-5A58-4149-AC98-876DD53A29B3}" destId="{26D1E702-1380-414E-8B4E-B54CE129D437}" srcOrd="0" destOrd="0" parTransId="{F8956EC4-DA74-404A-AFD6-62B3F21A14E0}" sibTransId="{A429E6F0-9EB3-45F1-9AAB-7BD5AD18C467}"/>
    <dgm:cxn modelId="{AB7271B9-AB6B-4A9A-99BD-748433470A80}" srcId="{E234C530-5A58-4149-AC98-876DD53A29B3}" destId="{40E71C57-5082-4EBD-94B6-0BE8ADC5A6E1}" srcOrd="2" destOrd="0" parTransId="{09AE2F8D-CD1B-493A-B2CC-57B11A8D888E}" sibTransId="{58C0809A-34BD-4035-8D7A-6117FF0A7578}"/>
    <dgm:cxn modelId="{2253B5E3-BB57-4027-9669-F3F755327FAD}" type="presOf" srcId="{433A075A-E85B-4ED3-9CB7-297DD16E081E}" destId="{06106221-33CD-41BE-9BF2-E0DAF9C54214}" srcOrd="0" destOrd="0" presId="urn:microsoft.com/office/officeart/2005/8/layout/default"/>
    <dgm:cxn modelId="{1785D7F6-3333-4348-9964-85677733A290}" srcId="{E234C530-5A58-4149-AC98-876DD53A29B3}" destId="{B84BCC7A-C999-464F-96E0-EB87AC371A9F}" srcOrd="1" destOrd="0" parTransId="{1701475C-1CA6-41E8-8F8D-691A2760BE65}" sibTransId="{6FBB0458-BE62-4B31-9B39-F9E2A12AF6D3}"/>
    <dgm:cxn modelId="{8C2302FC-8FC9-4E48-8A6F-E25DDB9D1DA6}" srcId="{E234C530-5A58-4149-AC98-876DD53A29B3}" destId="{433A075A-E85B-4ED3-9CB7-297DD16E081E}" srcOrd="3" destOrd="0" parTransId="{3547E464-2247-4DC9-9458-58AF59055738}" sibTransId="{A760149E-BF0E-4975-AFF2-9B563F4EBDD9}"/>
    <dgm:cxn modelId="{5348B2FC-024A-49F6-BE2B-A8E7660691EF}" type="presOf" srcId="{E234C530-5A58-4149-AC98-876DD53A29B3}" destId="{6398DAD9-7D7B-4A20-BC63-EC071F1E9E4B}" srcOrd="0" destOrd="0" presId="urn:microsoft.com/office/officeart/2005/8/layout/default"/>
    <dgm:cxn modelId="{427B10BB-E468-4E1E-8503-1DEC51A40DF1}" type="presParOf" srcId="{6398DAD9-7D7B-4A20-BC63-EC071F1E9E4B}" destId="{48A77705-F78C-4CE6-9BEB-ACD9EAE190B5}" srcOrd="0" destOrd="0" presId="urn:microsoft.com/office/officeart/2005/8/layout/default"/>
    <dgm:cxn modelId="{FECA6FBB-676C-491A-96FE-ABFA0827C4E9}" type="presParOf" srcId="{6398DAD9-7D7B-4A20-BC63-EC071F1E9E4B}" destId="{38CA6DCD-B9FB-47CC-AD64-BF23B9B679EC}" srcOrd="1" destOrd="0" presId="urn:microsoft.com/office/officeart/2005/8/layout/default"/>
    <dgm:cxn modelId="{EF8A9891-A149-4C30-A148-FE81DAB1BC76}" type="presParOf" srcId="{6398DAD9-7D7B-4A20-BC63-EC071F1E9E4B}" destId="{B70CAC9F-3660-42F3-9842-7D4A28E2A600}" srcOrd="2" destOrd="0" presId="urn:microsoft.com/office/officeart/2005/8/layout/default"/>
    <dgm:cxn modelId="{9B221FF5-2CD7-4793-85E1-DCDC60AB2C3A}" type="presParOf" srcId="{6398DAD9-7D7B-4A20-BC63-EC071F1E9E4B}" destId="{65D532BA-3CB5-4D0F-8FDA-B6E9FC3742A1}" srcOrd="3" destOrd="0" presId="urn:microsoft.com/office/officeart/2005/8/layout/default"/>
    <dgm:cxn modelId="{3FC8630E-EAA9-4CB4-BA0E-4178110F1D72}" type="presParOf" srcId="{6398DAD9-7D7B-4A20-BC63-EC071F1E9E4B}" destId="{DC9A1021-7943-4AB5-9E5C-F0505CDC0651}" srcOrd="4" destOrd="0" presId="urn:microsoft.com/office/officeart/2005/8/layout/default"/>
    <dgm:cxn modelId="{B239B78B-7B62-42AA-8A76-EAE7790AC0B3}" type="presParOf" srcId="{6398DAD9-7D7B-4A20-BC63-EC071F1E9E4B}" destId="{0BBEFA36-4BAF-4E6C-880B-C448FDD1219E}" srcOrd="5" destOrd="0" presId="urn:microsoft.com/office/officeart/2005/8/layout/default"/>
    <dgm:cxn modelId="{712CD764-1F87-4D7B-9D57-8476B606706C}" type="presParOf" srcId="{6398DAD9-7D7B-4A20-BC63-EC071F1E9E4B}" destId="{06106221-33CD-41BE-9BF2-E0DAF9C54214}" srcOrd="6" destOrd="0" presId="urn:microsoft.com/office/officeart/2005/8/layout/default"/>
    <dgm:cxn modelId="{646789D1-F52C-4C79-8035-44057921A9A3}" type="presParOf" srcId="{6398DAD9-7D7B-4A20-BC63-EC071F1E9E4B}" destId="{E0A0F6D7-4E32-4E88-9575-0F1AAAAD0FF5}" srcOrd="7" destOrd="0" presId="urn:microsoft.com/office/officeart/2005/8/layout/default"/>
    <dgm:cxn modelId="{A5CAD4D3-2C10-4C5A-968E-F4DE08A09862}" type="presParOf" srcId="{6398DAD9-7D7B-4A20-BC63-EC071F1E9E4B}" destId="{5A07ADE9-2E71-4B1C-BEE0-19871D090E3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77705-F78C-4CE6-9BEB-ACD9EAE190B5}">
      <dsp:nvSpPr>
        <dsp:cNvPr id="0" name=""/>
        <dsp:cNvSpPr/>
      </dsp:nvSpPr>
      <dsp:spPr>
        <a:xfrm>
          <a:off x="0" y="363579"/>
          <a:ext cx="2105184" cy="1263110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Title + description combined</a:t>
          </a:r>
        </a:p>
      </dsp:txBody>
      <dsp:txXfrm>
        <a:off x="0" y="363579"/>
        <a:ext cx="2105184" cy="1263110"/>
      </dsp:txXfrm>
    </dsp:sp>
    <dsp:sp modelId="{B70CAC9F-3660-42F3-9842-7D4A28E2A600}">
      <dsp:nvSpPr>
        <dsp:cNvPr id="0" name=""/>
        <dsp:cNvSpPr/>
      </dsp:nvSpPr>
      <dsp:spPr>
        <a:xfrm>
          <a:off x="2315702" y="363579"/>
          <a:ext cx="2105184" cy="1263110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 dirty="0"/>
            <a:t>HTML removed (regex)</a:t>
          </a:r>
        </a:p>
      </dsp:txBody>
      <dsp:txXfrm>
        <a:off x="2315702" y="363579"/>
        <a:ext cx="2105184" cy="1263110"/>
      </dsp:txXfrm>
    </dsp:sp>
    <dsp:sp modelId="{DC9A1021-7943-4AB5-9E5C-F0505CDC0651}">
      <dsp:nvSpPr>
        <dsp:cNvPr id="0" name=""/>
        <dsp:cNvSpPr/>
      </dsp:nvSpPr>
      <dsp:spPr>
        <a:xfrm>
          <a:off x="4631405" y="363579"/>
          <a:ext cx="2105184" cy="1263110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TF-IDF (word 1–3, char 3–5)</a:t>
          </a:r>
          <a:endParaRPr lang="en-IE" sz="2600" kern="1200" dirty="0"/>
        </a:p>
      </dsp:txBody>
      <dsp:txXfrm>
        <a:off x="4631405" y="363579"/>
        <a:ext cx="2105184" cy="1263110"/>
      </dsp:txXfrm>
    </dsp:sp>
    <dsp:sp modelId="{06106221-33CD-41BE-9BF2-E0DAF9C54214}">
      <dsp:nvSpPr>
        <dsp:cNvPr id="0" name=""/>
        <dsp:cNvSpPr/>
      </dsp:nvSpPr>
      <dsp:spPr>
        <a:xfrm>
          <a:off x="1157851" y="1837208"/>
          <a:ext cx="2105184" cy="1263110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 dirty="0"/>
            <a:t>Word n-grams → phrases</a:t>
          </a:r>
        </a:p>
      </dsp:txBody>
      <dsp:txXfrm>
        <a:off x="1157851" y="1837208"/>
        <a:ext cx="2105184" cy="1263110"/>
      </dsp:txXfrm>
    </dsp:sp>
    <dsp:sp modelId="{5A07ADE9-2E71-4B1C-BEE0-19871D090E3C}">
      <dsp:nvSpPr>
        <dsp:cNvPr id="0" name=""/>
        <dsp:cNvSpPr/>
      </dsp:nvSpPr>
      <dsp:spPr>
        <a:xfrm>
          <a:off x="3473554" y="1837208"/>
          <a:ext cx="2105184" cy="1263110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 dirty="0"/>
            <a:t>Char n-grams → code tokens</a:t>
          </a:r>
        </a:p>
      </dsp:txBody>
      <dsp:txXfrm>
        <a:off x="3473554" y="1837208"/>
        <a:ext cx="2105184" cy="1263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45496-3E3E-4774-9090-BC27117EEEA1}">
      <dsp:nvSpPr>
        <dsp:cNvPr id="0" name=""/>
        <dsp:cNvSpPr/>
      </dsp:nvSpPr>
      <dsp:spPr>
        <a:xfrm>
          <a:off x="0" y="814411"/>
          <a:ext cx="2591704" cy="1555022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 dirty="0"/>
            <a:t>Open Source</a:t>
          </a:r>
        </a:p>
      </dsp:txBody>
      <dsp:txXfrm>
        <a:off x="0" y="814411"/>
        <a:ext cx="2591704" cy="1555022"/>
      </dsp:txXfrm>
    </dsp:sp>
    <dsp:sp modelId="{5B4C8A56-A471-4122-BF65-CCB511B08296}">
      <dsp:nvSpPr>
        <dsp:cNvPr id="0" name=""/>
        <dsp:cNvSpPr/>
      </dsp:nvSpPr>
      <dsp:spPr>
        <a:xfrm>
          <a:off x="2850874" y="814411"/>
          <a:ext cx="2591704" cy="1555022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 dirty="0"/>
            <a:t>Improve Models</a:t>
          </a:r>
        </a:p>
      </dsp:txBody>
      <dsp:txXfrm>
        <a:off x="2850874" y="814411"/>
        <a:ext cx="2591704" cy="1555022"/>
      </dsp:txXfrm>
    </dsp:sp>
    <dsp:sp modelId="{A0529E34-736C-43E8-B430-550292208799}">
      <dsp:nvSpPr>
        <dsp:cNvPr id="0" name=""/>
        <dsp:cNvSpPr/>
      </dsp:nvSpPr>
      <dsp:spPr>
        <a:xfrm>
          <a:off x="5701749" y="814411"/>
          <a:ext cx="2591704" cy="1555022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 dirty="0"/>
            <a:t>User billing system</a:t>
          </a:r>
        </a:p>
      </dsp:txBody>
      <dsp:txXfrm>
        <a:off x="5701749" y="814411"/>
        <a:ext cx="2591704" cy="15550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47CC5-E1B9-46F1-A3CC-F66754F5B3E9}">
      <dsp:nvSpPr>
        <dsp:cNvPr id="0" name=""/>
        <dsp:cNvSpPr/>
      </dsp:nvSpPr>
      <dsp:spPr>
        <a:xfrm rot="10800000">
          <a:off x="2170740" y="2974"/>
          <a:ext cx="8142485" cy="479253"/>
        </a:xfrm>
        <a:prstGeom prst="homePlate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3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300" kern="1200" dirty="0"/>
            <a:t>Full stack AI quiz platform</a:t>
          </a:r>
          <a:endParaRPr lang="en-IE" sz="2300" kern="1200" dirty="0"/>
        </a:p>
      </dsp:txBody>
      <dsp:txXfrm rot="10800000">
        <a:off x="2290553" y="2974"/>
        <a:ext cx="8022672" cy="479253"/>
      </dsp:txXfrm>
    </dsp:sp>
    <dsp:sp modelId="{D9F877FE-95CC-4D7A-BA0A-26B83B16DCF6}">
      <dsp:nvSpPr>
        <dsp:cNvPr id="0" name=""/>
        <dsp:cNvSpPr/>
      </dsp:nvSpPr>
      <dsp:spPr>
        <a:xfrm>
          <a:off x="1931113" y="2974"/>
          <a:ext cx="479253" cy="47925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5B9C4-5488-4894-93C2-10B29DA2C76C}">
      <dsp:nvSpPr>
        <dsp:cNvPr id="0" name=""/>
        <dsp:cNvSpPr/>
      </dsp:nvSpPr>
      <dsp:spPr>
        <a:xfrm rot="10800000">
          <a:off x="2170740" y="602040"/>
          <a:ext cx="8142485" cy="479253"/>
        </a:xfrm>
        <a:prstGeom prst="homePlate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3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 dirty="0"/>
            <a:t>Live ML inference</a:t>
          </a:r>
        </a:p>
      </dsp:txBody>
      <dsp:txXfrm rot="10800000">
        <a:off x="2290553" y="602040"/>
        <a:ext cx="8022672" cy="479253"/>
      </dsp:txXfrm>
    </dsp:sp>
    <dsp:sp modelId="{DB39358E-C80D-4422-B0FF-88D719C166A2}">
      <dsp:nvSpPr>
        <dsp:cNvPr id="0" name=""/>
        <dsp:cNvSpPr/>
      </dsp:nvSpPr>
      <dsp:spPr>
        <a:xfrm>
          <a:off x="1931113" y="602040"/>
          <a:ext cx="479253" cy="47925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6EDC6-87FF-47AB-84A4-60B21BF88A0C}">
      <dsp:nvSpPr>
        <dsp:cNvPr id="0" name=""/>
        <dsp:cNvSpPr/>
      </dsp:nvSpPr>
      <dsp:spPr>
        <a:xfrm rot="10800000">
          <a:off x="2170740" y="1201107"/>
          <a:ext cx="8142485" cy="479253"/>
        </a:xfrm>
        <a:prstGeom prst="homePlate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3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 dirty="0"/>
            <a:t>Difficulty from 27 features</a:t>
          </a:r>
        </a:p>
      </dsp:txBody>
      <dsp:txXfrm rot="10800000">
        <a:off x="2290553" y="1201107"/>
        <a:ext cx="8022672" cy="479253"/>
      </dsp:txXfrm>
    </dsp:sp>
    <dsp:sp modelId="{8269B5BD-9065-421A-9695-36E6E512DFF6}">
      <dsp:nvSpPr>
        <dsp:cNvPr id="0" name=""/>
        <dsp:cNvSpPr/>
      </dsp:nvSpPr>
      <dsp:spPr>
        <a:xfrm>
          <a:off x="1931113" y="1201107"/>
          <a:ext cx="479253" cy="47925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35072-D0A7-4569-9887-BD977C8E7385}">
      <dsp:nvSpPr>
        <dsp:cNvPr id="0" name=""/>
        <dsp:cNvSpPr/>
      </dsp:nvSpPr>
      <dsp:spPr>
        <a:xfrm rot="10800000">
          <a:off x="2170740" y="1800174"/>
          <a:ext cx="8142485" cy="479253"/>
        </a:xfrm>
        <a:prstGeom prst="homePlate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3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 dirty="0"/>
            <a:t>Topic tagging (13 classes)</a:t>
          </a:r>
        </a:p>
      </dsp:txBody>
      <dsp:txXfrm rot="10800000">
        <a:off x="2290553" y="1800174"/>
        <a:ext cx="8022672" cy="479253"/>
      </dsp:txXfrm>
    </dsp:sp>
    <dsp:sp modelId="{E19FDE39-DAAB-4B49-8C6C-109FC81BD7AF}">
      <dsp:nvSpPr>
        <dsp:cNvPr id="0" name=""/>
        <dsp:cNvSpPr/>
      </dsp:nvSpPr>
      <dsp:spPr>
        <a:xfrm>
          <a:off x="1931113" y="1800174"/>
          <a:ext cx="479253" cy="47925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41E63-B57D-4157-9D63-123BF03C68BA}">
      <dsp:nvSpPr>
        <dsp:cNvPr id="0" name=""/>
        <dsp:cNvSpPr/>
      </dsp:nvSpPr>
      <dsp:spPr>
        <a:xfrm rot="10800000">
          <a:off x="2170740" y="2399241"/>
          <a:ext cx="8142485" cy="479253"/>
        </a:xfrm>
        <a:prstGeom prst="homePlate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3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 dirty="0"/>
            <a:t>Code execution (5 languages)</a:t>
          </a:r>
        </a:p>
      </dsp:txBody>
      <dsp:txXfrm rot="10800000">
        <a:off x="2290553" y="2399241"/>
        <a:ext cx="8022672" cy="479253"/>
      </dsp:txXfrm>
    </dsp:sp>
    <dsp:sp modelId="{DC1D762F-98A4-4FC1-8CE2-710870299CCF}">
      <dsp:nvSpPr>
        <dsp:cNvPr id="0" name=""/>
        <dsp:cNvSpPr/>
      </dsp:nvSpPr>
      <dsp:spPr>
        <a:xfrm>
          <a:off x="1931113" y="2399241"/>
          <a:ext cx="479253" cy="47925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C4AE8-4C35-4F4B-918D-84BCDFB0EA54}">
      <dsp:nvSpPr>
        <dsp:cNvPr id="0" name=""/>
        <dsp:cNvSpPr/>
      </dsp:nvSpPr>
      <dsp:spPr>
        <a:xfrm rot="10800000">
          <a:off x="2170740" y="2998308"/>
          <a:ext cx="8142485" cy="479253"/>
        </a:xfrm>
        <a:prstGeom prst="homePlate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3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 dirty="0"/>
            <a:t>XP, social, persistence</a:t>
          </a:r>
        </a:p>
      </dsp:txBody>
      <dsp:txXfrm rot="10800000">
        <a:off x="2290553" y="2998308"/>
        <a:ext cx="8022672" cy="479253"/>
      </dsp:txXfrm>
    </dsp:sp>
    <dsp:sp modelId="{DF1FC9E9-521B-412F-B524-7F86763D06FB}">
      <dsp:nvSpPr>
        <dsp:cNvPr id="0" name=""/>
        <dsp:cNvSpPr/>
      </dsp:nvSpPr>
      <dsp:spPr>
        <a:xfrm>
          <a:off x="1931113" y="2998308"/>
          <a:ext cx="479253" cy="47925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77705-F78C-4CE6-9BEB-ACD9EAE190B5}">
      <dsp:nvSpPr>
        <dsp:cNvPr id="0" name=""/>
        <dsp:cNvSpPr/>
      </dsp:nvSpPr>
      <dsp:spPr>
        <a:xfrm>
          <a:off x="0" y="42203"/>
          <a:ext cx="2689526" cy="1613715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Monaco Editor (syntax highlighting)</a:t>
          </a:r>
        </a:p>
      </dsp:txBody>
      <dsp:txXfrm>
        <a:off x="0" y="42203"/>
        <a:ext cx="2689526" cy="1613715"/>
      </dsp:txXfrm>
    </dsp:sp>
    <dsp:sp modelId="{B70CAC9F-3660-42F3-9842-7D4A28E2A600}">
      <dsp:nvSpPr>
        <dsp:cNvPr id="0" name=""/>
        <dsp:cNvSpPr/>
      </dsp:nvSpPr>
      <dsp:spPr>
        <a:xfrm>
          <a:off x="2958479" y="42203"/>
          <a:ext cx="2689526" cy="1613715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400" kern="1200" dirty="0"/>
            <a:t>ML difficulty badge</a:t>
          </a:r>
        </a:p>
      </dsp:txBody>
      <dsp:txXfrm>
        <a:off x="2958479" y="42203"/>
        <a:ext cx="2689526" cy="1613715"/>
      </dsp:txXfrm>
    </dsp:sp>
    <dsp:sp modelId="{DC9A1021-7943-4AB5-9E5C-F0505CDC0651}">
      <dsp:nvSpPr>
        <dsp:cNvPr id="0" name=""/>
        <dsp:cNvSpPr/>
      </dsp:nvSpPr>
      <dsp:spPr>
        <a:xfrm>
          <a:off x="5916958" y="42203"/>
          <a:ext cx="2689526" cy="1613715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400" kern="1200" dirty="0"/>
            <a:t>Runtime, memory, CPU, length</a:t>
          </a:r>
        </a:p>
      </dsp:txBody>
      <dsp:txXfrm>
        <a:off x="5916958" y="42203"/>
        <a:ext cx="2689526" cy="1613715"/>
      </dsp:txXfrm>
    </dsp:sp>
    <dsp:sp modelId="{06106221-33CD-41BE-9BF2-E0DAF9C54214}">
      <dsp:nvSpPr>
        <dsp:cNvPr id="0" name=""/>
        <dsp:cNvSpPr/>
      </dsp:nvSpPr>
      <dsp:spPr>
        <a:xfrm>
          <a:off x="0" y="1924871"/>
          <a:ext cx="2689526" cy="1613715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400" kern="1200" dirty="0"/>
            <a:t>Topic tag badge</a:t>
          </a:r>
        </a:p>
      </dsp:txBody>
      <dsp:txXfrm>
        <a:off x="0" y="1924871"/>
        <a:ext cx="2689526" cy="1613715"/>
      </dsp:txXfrm>
    </dsp:sp>
    <dsp:sp modelId="{5A07ADE9-2E71-4B1C-BEE0-19871D090E3C}">
      <dsp:nvSpPr>
        <dsp:cNvPr id="0" name=""/>
        <dsp:cNvSpPr/>
      </dsp:nvSpPr>
      <dsp:spPr>
        <a:xfrm>
          <a:off x="2958479" y="1924871"/>
          <a:ext cx="2689526" cy="1613715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400" kern="1200" dirty="0"/>
            <a:t>Markdown problem + examples</a:t>
          </a:r>
        </a:p>
      </dsp:txBody>
      <dsp:txXfrm>
        <a:off x="2958479" y="1924871"/>
        <a:ext cx="2689526" cy="1613715"/>
      </dsp:txXfrm>
    </dsp:sp>
    <dsp:sp modelId="{B64889BC-C6F9-4B4C-B8DF-715C611B505B}">
      <dsp:nvSpPr>
        <dsp:cNvPr id="0" name=""/>
        <dsp:cNvSpPr/>
      </dsp:nvSpPr>
      <dsp:spPr>
        <a:xfrm>
          <a:off x="5916958" y="1924871"/>
          <a:ext cx="2689526" cy="1613715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400" kern="1200" dirty="0"/>
            <a:t>Run | Submit (test cases)</a:t>
          </a:r>
        </a:p>
      </dsp:txBody>
      <dsp:txXfrm>
        <a:off x="5916958" y="1924871"/>
        <a:ext cx="2689526" cy="16137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77705-F78C-4CE6-9BEB-ACD9EAE190B5}">
      <dsp:nvSpPr>
        <dsp:cNvPr id="0" name=""/>
        <dsp:cNvSpPr/>
      </dsp:nvSpPr>
      <dsp:spPr>
        <a:xfrm>
          <a:off x="395248" y="164"/>
          <a:ext cx="2044265" cy="1226559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27 features + TF-IDF</a:t>
          </a:r>
        </a:p>
      </dsp:txBody>
      <dsp:txXfrm>
        <a:off x="395248" y="164"/>
        <a:ext cx="2044265" cy="1226559"/>
      </dsp:txXfrm>
    </dsp:sp>
    <dsp:sp modelId="{B70CAC9F-3660-42F3-9842-7D4A28E2A600}">
      <dsp:nvSpPr>
        <dsp:cNvPr id="0" name=""/>
        <dsp:cNvSpPr/>
      </dsp:nvSpPr>
      <dsp:spPr>
        <a:xfrm>
          <a:off x="2643940" y="164"/>
          <a:ext cx="2044265" cy="1226559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 dirty="0"/>
            <a:t>CPU, memory, code size</a:t>
          </a:r>
        </a:p>
      </dsp:txBody>
      <dsp:txXfrm>
        <a:off x="2643940" y="164"/>
        <a:ext cx="2044265" cy="1226559"/>
      </dsp:txXfrm>
    </dsp:sp>
    <dsp:sp modelId="{DC9A1021-7943-4AB5-9E5C-F0505CDC0651}">
      <dsp:nvSpPr>
        <dsp:cNvPr id="0" name=""/>
        <dsp:cNvSpPr/>
      </dsp:nvSpPr>
      <dsp:spPr>
        <a:xfrm>
          <a:off x="4892632" y="164"/>
          <a:ext cx="2044265" cy="1226559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 dirty="0"/>
            <a:t>Text stats: words, sentences</a:t>
          </a:r>
        </a:p>
      </dsp:txBody>
      <dsp:txXfrm>
        <a:off x="4892632" y="164"/>
        <a:ext cx="2044265" cy="1226559"/>
      </dsp:txXfrm>
    </dsp:sp>
    <dsp:sp modelId="{06106221-33CD-41BE-9BF2-E0DAF9C54214}">
      <dsp:nvSpPr>
        <dsp:cNvPr id="0" name=""/>
        <dsp:cNvSpPr/>
      </dsp:nvSpPr>
      <dsp:spPr>
        <a:xfrm>
          <a:off x="1519594" y="1431150"/>
          <a:ext cx="2044265" cy="1226559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 dirty="0"/>
            <a:t>Keyword flags (DP, graphs, etc)</a:t>
          </a:r>
        </a:p>
      </dsp:txBody>
      <dsp:txXfrm>
        <a:off x="1519594" y="1431150"/>
        <a:ext cx="2044265" cy="1226559"/>
      </dsp:txXfrm>
    </dsp:sp>
    <dsp:sp modelId="{5A07ADE9-2E71-4B1C-BEE0-19871D090E3C}">
      <dsp:nvSpPr>
        <dsp:cNvPr id="0" name=""/>
        <dsp:cNvSpPr/>
      </dsp:nvSpPr>
      <dsp:spPr>
        <a:xfrm>
          <a:off x="3768286" y="1431150"/>
          <a:ext cx="2044265" cy="1226559"/>
        </a:xfrm>
        <a:prstGeom prst="rect">
          <a:avLst/>
        </a:prstGeom>
        <a:solidFill>
          <a:srgbClr val="262626"/>
        </a:solidFill>
        <a:ln w="25400" cap="flat" cmpd="sng" algn="ctr">
          <a:solidFill>
            <a:srgbClr val="FF95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 dirty="0"/>
            <a:t>Word + char n-grams</a:t>
          </a:r>
        </a:p>
      </dsp:txBody>
      <dsp:txXfrm>
        <a:off x="3768286" y="1431150"/>
        <a:ext cx="2044265" cy="1226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A7A4A280-C8E5-924D-9E25-061F4CE81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C0895D04-FFEB-7148-B234-136A840A75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41E0639-CFF4-5963-1B9D-96B2AB2068C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16150" y="685800"/>
            <a:ext cx="24257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50533" name="Rectangle 5">
            <a:extLst>
              <a:ext uri="{FF2B5EF4-FFF2-40B4-BE49-F238E27FC236}">
                <a16:creationId xmlns:a16="http://schemas.microsoft.com/office/drawing/2014/main" id="{39500FB1-03CE-4B4C-8F60-932E5B66A1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:a16="http://schemas.microsoft.com/office/drawing/2014/main" id="{ECFF8F2F-2190-5A42-B565-0A0F4AA448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>
            <a:extLst>
              <a:ext uri="{FF2B5EF4-FFF2-40B4-BE49-F238E27FC236}">
                <a16:creationId xmlns:a16="http://schemas.microsoft.com/office/drawing/2014/main" id="{18A25556-E38B-FC47-A496-B2BE4B28BE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279825C3-825B-3946-BD16-73028C00BCBD}" type="slidenum">
              <a:rPr lang="en-US" altLang="fr-FR"/>
              <a:pPr/>
              <a:t>‹#›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2CF0326D-B42B-2078-55AA-A505B5B3C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2154B2-0A24-0045-AE1A-F198D54910BE}" type="slidenum">
              <a:rPr lang="en-US" altLang="fr-FR"/>
              <a:pPr>
                <a:spcBef>
                  <a:spcPct val="0"/>
                </a:spcBef>
              </a:pPr>
              <a:t>1</a:t>
            </a:fld>
            <a:endParaRPr lang="en-US" altLang="fr-FR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3CE1FE0-B498-4E2C-FED1-A4813984C3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16150" y="685800"/>
            <a:ext cx="2425700" cy="3429000"/>
          </a:xfrm>
          <a:ln/>
        </p:spPr>
        <p:txBody>
          <a:bodyPr/>
          <a:lstStyle/>
          <a:p>
            <a:endParaRPr lang="en-IE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A8B6B37-8961-D78A-02C3-7A1B6EFB7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47" y="13297725"/>
            <a:ext cx="25733329" cy="9173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83" y="24254900"/>
            <a:ext cx="21191448" cy="109401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199" indent="0" algn="ctr">
              <a:buNone/>
              <a:defRPr/>
            </a:lvl2pPr>
            <a:lvl3pPr marL="914397" indent="0" algn="ctr">
              <a:buNone/>
              <a:defRPr/>
            </a:lvl3pPr>
            <a:lvl4pPr marL="1371596" indent="0" algn="ctr">
              <a:buNone/>
              <a:defRPr/>
            </a:lvl4pPr>
            <a:lvl5pPr marL="1828795" indent="0" algn="ctr">
              <a:buNone/>
              <a:defRPr/>
            </a:lvl5pPr>
            <a:lvl6pPr marL="2285992" indent="0" algn="ctr">
              <a:buNone/>
              <a:defRPr/>
            </a:lvl6pPr>
            <a:lvl7pPr marL="2743191" indent="0" algn="ctr">
              <a:buNone/>
              <a:defRPr/>
            </a:lvl7pPr>
            <a:lvl8pPr marL="3200389" indent="0" algn="ctr">
              <a:buNone/>
              <a:defRPr/>
            </a:lvl8pPr>
            <a:lvl9pPr marL="365758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44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" y="6335394"/>
            <a:ext cx="9304337" cy="356314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29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098" y="27505245"/>
            <a:ext cx="25734665" cy="8501484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098" y="18141158"/>
            <a:ext cx="25734665" cy="93640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199" indent="0">
              <a:buNone/>
              <a:defRPr sz="1800"/>
            </a:lvl2pPr>
            <a:lvl3pPr marL="914397" indent="0">
              <a:buNone/>
              <a:defRPr sz="1601"/>
            </a:lvl3pPr>
            <a:lvl4pPr marL="1371596" indent="0">
              <a:buNone/>
              <a:defRPr sz="1400"/>
            </a:lvl4pPr>
            <a:lvl5pPr marL="1828795" indent="0">
              <a:buNone/>
              <a:defRPr sz="1400"/>
            </a:lvl5pPr>
            <a:lvl6pPr marL="2285992" indent="0">
              <a:buNone/>
              <a:defRPr sz="1400"/>
            </a:lvl6pPr>
            <a:lvl7pPr marL="2743191" indent="0">
              <a:buNone/>
              <a:defRPr sz="1400"/>
            </a:lvl7pPr>
            <a:lvl8pPr marL="3200389" indent="0">
              <a:buNone/>
              <a:defRPr sz="1400"/>
            </a:lvl8pPr>
            <a:lvl9pPr marL="365758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45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2195" y="6236440"/>
            <a:ext cx="4587275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7632" y="6236440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96EEE5A-6D45-7B95-8E75-DAD9641E557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5137606" y="6236439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92358B9-134B-AB74-E6D9-DF1521A1626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420834" y="6236438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93D6F81-549F-C15F-2BDD-B49131D9CFF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4897580" y="6236436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F4661CA-5721-AB64-9C19-B031F1E5B33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0140631" y="6236437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44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3" y="1713887"/>
            <a:ext cx="27247291" cy="71349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961" y="9581158"/>
            <a:ext cx="13375992" cy="39940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9" indent="0">
              <a:buNone/>
              <a:defRPr sz="2000" b="1"/>
            </a:lvl2pPr>
            <a:lvl3pPr marL="914397" indent="0">
              <a:buNone/>
              <a:defRPr sz="1800" b="1"/>
            </a:lvl3pPr>
            <a:lvl4pPr marL="1371596" indent="0">
              <a:buNone/>
              <a:defRPr sz="1601" b="1"/>
            </a:lvl4pPr>
            <a:lvl5pPr marL="1828795" indent="0">
              <a:buNone/>
              <a:defRPr sz="1601" b="1"/>
            </a:lvl5pPr>
            <a:lvl6pPr marL="2285992" indent="0">
              <a:buNone/>
              <a:defRPr sz="1601" b="1"/>
            </a:lvl6pPr>
            <a:lvl7pPr marL="2743191" indent="0">
              <a:buNone/>
              <a:defRPr sz="1601" b="1"/>
            </a:lvl7pPr>
            <a:lvl8pPr marL="3200389" indent="0">
              <a:buNone/>
              <a:defRPr sz="1601" b="1"/>
            </a:lvl8pPr>
            <a:lvl9pPr marL="3657588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961" y="13575195"/>
            <a:ext cx="13375992" cy="246607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921" y="9581158"/>
            <a:ext cx="13381332" cy="39940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9" indent="0">
              <a:buNone/>
              <a:defRPr sz="2000" b="1"/>
            </a:lvl2pPr>
            <a:lvl3pPr marL="914397" indent="0">
              <a:buNone/>
              <a:defRPr sz="1800" b="1"/>
            </a:lvl3pPr>
            <a:lvl4pPr marL="1371596" indent="0">
              <a:buNone/>
              <a:defRPr sz="1601" b="1"/>
            </a:lvl4pPr>
            <a:lvl5pPr marL="1828795" indent="0">
              <a:buNone/>
              <a:defRPr sz="1601" b="1"/>
            </a:lvl5pPr>
            <a:lvl6pPr marL="2285992" indent="0">
              <a:buNone/>
              <a:defRPr sz="1601" b="1"/>
            </a:lvl6pPr>
            <a:lvl7pPr marL="2743191" indent="0">
              <a:buNone/>
              <a:defRPr sz="1601" b="1"/>
            </a:lvl7pPr>
            <a:lvl8pPr marL="3200389" indent="0">
              <a:buNone/>
              <a:defRPr sz="1601" b="1"/>
            </a:lvl8pPr>
            <a:lvl9pPr marL="3657588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921" y="13575195"/>
            <a:ext cx="13381332" cy="246607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00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67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96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1" y="1704451"/>
            <a:ext cx="9959566" cy="72519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664" y="1704451"/>
            <a:ext cx="16924588" cy="365314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961" y="8956384"/>
            <a:ext cx="9959566" cy="29279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99" indent="0">
              <a:buNone/>
              <a:defRPr sz="1199"/>
            </a:lvl2pPr>
            <a:lvl3pPr marL="914397" indent="0">
              <a:buNone/>
              <a:defRPr sz="1000"/>
            </a:lvl3pPr>
            <a:lvl4pPr marL="1371596" indent="0">
              <a:buNone/>
              <a:defRPr sz="901"/>
            </a:lvl4pPr>
            <a:lvl5pPr marL="1828795" indent="0">
              <a:buNone/>
              <a:defRPr sz="901"/>
            </a:lvl5pPr>
            <a:lvl6pPr marL="2285992" indent="0">
              <a:buNone/>
              <a:defRPr sz="901"/>
            </a:lvl6pPr>
            <a:lvl7pPr marL="2743191" indent="0">
              <a:buNone/>
              <a:defRPr sz="901"/>
            </a:lvl7pPr>
            <a:lvl8pPr marL="3200389" indent="0">
              <a:buNone/>
              <a:defRPr sz="901"/>
            </a:lvl8pPr>
            <a:lvl9pPr marL="3657588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325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57" y="29962829"/>
            <a:ext cx="18164861" cy="35372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57" y="3824162"/>
            <a:ext cx="18164861" cy="25681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9" indent="0">
              <a:buNone/>
              <a:defRPr sz="2800"/>
            </a:lvl2pPr>
            <a:lvl3pPr marL="914397" indent="0">
              <a:buNone/>
              <a:defRPr sz="2400"/>
            </a:lvl3pPr>
            <a:lvl4pPr marL="1371596" indent="0">
              <a:buNone/>
              <a:defRPr sz="2000"/>
            </a:lvl4pPr>
            <a:lvl5pPr marL="1828795" indent="0">
              <a:buNone/>
              <a:defRPr sz="2000"/>
            </a:lvl5pPr>
            <a:lvl6pPr marL="2285992" indent="0">
              <a:buNone/>
              <a:defRPr sz="2000"/>
            </a:lvl6pPr>
            <a:lvl7pPr marL="2743191" indent="0">
              <a:buNone/>
              <a:defRPr sz="2000"/>
            </a:lvl7pPr>
            <a:lvl8pPr marL="3200389" indent="0">
              <a:buNone/>
              <a:defRPr sz="2000"/>
            </a:lvl8pPr>
            <a:lvl9pPr marL="3657588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57" y="33500076"/>
            <a:ext cx="18164861" cy="5022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99" indent="0">
              <a:buNone/>
              <a:defRPr sz="1199"/>
            </a:lvl2pPr>
            <a:lvl3pPr marL="914397" indent="0">
              <a:buNone/>
              <a:defRPr sz="1000"/>
            </a:lvl3pPr>
            <a:lvl4pPr marL="1371596" indent="0">
              <a:buNone/>
              <a:defRPr sz="901"/>
            </a:lvl4pPr>
            <a:lvl5pPr marL="1828795" indent="0">
              <a:buNone/>
              <a:defRPr sz="901"/>
            </a:lvl5pPr>
            <a:lvl6pPr marL="2285992" indent="0">
              <a:buNone/>
              <a:defRPr sz="901"/>
            </a:lvl6pPr>
            <a:lvl7pPr marL="2743191" indent="0">
              <a:buNone/>
              <a:defRPr sz="901"/>
            </a:lvl7pPr>
            <a:lvl8pPr marL="3200389" indent="0">
              <a:buNone/>
              <a:defRPr sz="901"/>
            </a:lvl8pPr>
            <a:lvl9pPr marL="3657588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829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737" y="6335394"/>
            <a:ext cx="9304337" cy="356314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13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351618" y="1655376"/>
            <a:ext cx="7229364" cy="4021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2191" y="1655376"/>
            <a:ext cx="21561260" cy="4021216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184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47" y="13297725"/>
            <a:ext cx="25733329" cy="9173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83" y="24254902"/>
            <a:ext cx="21191448" cy="10940185"/>
          </a:xfrm>
        </p:spPr>
        <p:txBody>
          <a:bodyPr/>
          <a:lstStyle>
            <a:lvl1pPr marL="0" indent="0" algn="ctr">
              <a:buNone/>
              <a:defRPr/>
            </a:lvl1pPr>
            <a:lvl2pPr marL="457178" indent="0" algn="ctr">
              <a:buNone/>
              <a:defRPr/>
            </a:lvl2pPr>
            <a:lvl3pPr marL="914356" indent="0" algn="ctr">
              <a:buNone/>
              <a:defRPr/>
            </a:lvl3pPr>
            <a:lvl4pPr marL="1371535" indent="0" algn="ctr">
              <a:buNone/>
              <a:defRPr/>
            </a:lvl4pPr>
            <a:lvl5pPr marL="1828713" indent="0" algn="ctr">
              <a:buNone/>
              <a:defRPr/>
            </a:lvl5pPr>
            <a:lvl6pPr marL="2285891" indent="0" algn="ctr">
              <a:buNone/>
              <a:defRPr/>
            </a:lvl6pPr>
            <a:lvl7pPr marL="2743069" indent="0" algn="ctr">
              <a:buNone/>
              <a:defRPr/>
            </a:lvl7pPr>
            <a:lvl8pPr marL="3200248" indent="0" algn="ctr">
              <a:buNone/>
              <a:defRPr/>
            </a:lvl8pPr>
            <a:lvl9pPr marL="365742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29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370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099" y="27505245"/>
            <a:ext cx="25734665" cy="8501484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099" y="18141158"/>
            <a:ext cx="25734665" cy="936409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6" indent="0">
              <a:buNone/>
              <a:defRPr sz="1601"/>
            </a:lvl3pPr>
            <a:lvl4pPr marL="1371535" indent="0">
              <a:buNone/>
              <a:defRPr sz="1400"/>
            </a:lvl4pPr>
            <a:lvl5pPr marL="1828713" indent="0">
              <a:buNone/>
              <a:defRPr sz="1400"/>
            </a:lvl5pPr>
            <a:lvl6pPr marL="2285891" indent="0">
              <a:buNone/>
              <a:defRPr sz="1400"/>
            </a:lvl6pPr>
            <a:lvl7pPr marL="2743069" indent="0">
              <a:buNone/>
              <a:defRPr sz="1400"/>
            </a:lvl7pPr>
            <a:lvl8pPr marL="3200248" indent="0">
              <a:buNone/>
              <a:defRPr sz="1400"/>
            </a:lvl8pPr>
            <a:lvl9pPr marL="3657426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304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1" y="6247765"/>
            <a:ext cx="3375038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9374" y="6247765"/>
            <a:ext cx="3376374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386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3" y="1713887"/>
            <a:ext cx="27247291" cy="71349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961" y="9581159"/>
            <a:ext cx="1337599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961" y="13575197"/>
            <a:ext cx="1337599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921" y="9581159"/>
            <a:ext cx="1338133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921" y="13575197"/>
            <a:ext cx="1338133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969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426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9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1" y="1704452"/>
            <a:ext cx="9959566" cy="72519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664" y="1704451"/>
            <a:ext cx="16924588" cy="365314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961" y="8956385"/>
            <a:ext cx="9959566" cy="292795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091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58" y="29962829"/>
            <a:ext cx="18164861" cy="35372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58" y="3824162"/>
            <a:ext cx="18164861" cy="2568188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6" indent="0">
              <a:buNone/>
              <a:defRPr sz="2400"/>
            </a:lvl3pPr>
            <a:lvl4pPr marL="1371535" indent="0">
              <a:buNone/>
              <a:defRPr sz="2000"/>
            </a:lvl4pPr>
            <a:lvl5pPr marL="1828713" indent="0">
              <a:buNone/>
              <a:defRPr sz="2000"/>
            </a:lvl5pPr>
            <a:lvl6pPr marL="2285891" indent="0">
              <a:buNone/>
              <a:defRPr sz="2000"/>
            </a:lvl6pPr>
            <a:lvl7pPr marL="2743069" indent="0">
              <a:buNone/>
              <a:defRPr sz="2000"/>
            </a:lvl7pPr>
            <a:lvl8pPr marL="3200248" indent="0">
              <a:buNone/>
              <a:defRPr sz="2000"/>
            </a:lvl8pPr>
            <a:lvl9pPr marL="3657426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58" y="33500076"/>
            <a:ext cx="18164861" cy="50227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13498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915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347615" y="1655374"/>
            <a:ext cx="7233369" cy="402178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6170" y="1655374"/>
            <a:ext cx="21573276" cy="402178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37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47" y="13297725"/>
            <a:ext cx="25733329" cy="9173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83" y="24254902"/>
            <a:ext cx="21191448" cy="10940185"/>
          </a:xfrm>
        </p:spPr>
        <p:txBody>
          <a:bodyPr/>
          <a:lstStyle>
            <a:lvl1pPr marL="0" indent="0" algn="ctr">
              <a:buNone/>
              <a:defRPr/>
            </a:lvl1pPr>
            <a:lvl2pPr marL="457178" indent="0" algn="ctr">
              <a:buNone/>
              <a:defRPr/>
            </a:lvl2pPr>
            <a:lvl3pPr marL="914356" indent="0" algn="ctr">
              <a:buNone/>
              <a:defRPr/>
            </a:lvl3pPr>
            <a:lvl4pPr marL="1371535" indent="0" algn="ctr">
              <a:buNone/>
              <a:defRPr/>
            </a:lvl4pPr>
            <a:lvl5pPr marL="1828713" indent="0" algn="ctr">
              <a:buNone/>
              <a:defRPr/>
            </a:lvl5pPr>
            <a:lvl6pPr marL="2285891" indent="0" algn="ctr">
              <a:buNone/>
              <a:defRPr/>
            </a:lvl6pPr>
            <a:lvl7pPr marL="2743069" indent="0" algn="ctr">
              <a:buNone/>
              <a:defRPr/>
            </a:lvl7pPr>
            <a:lvl8pPr marL="3200248" indent="0" algn="ctr">
              <a:buNone/>
              <a:defRPr/>
            </a:lvl8pPr>
            <a:lvl9pPr marL="365742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381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8506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099" y="27505245"/>
            <a:ext cx="25734665" cy="8501484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099" y="18141158"/>
            <a:ext cx="25734665" cy="936409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6" indent="0">
              <a:buNone/>
              <a:defRPr sz="1601"/>
            </a:lvl3pPr>
            <a:lvl4pPr marL="1371535" indent="0">
              <a:buNone/>
              <a:defRPr sz="1400"/>
            </a:lvl4pPr>
            <a:lvl5pPr marL="1828713" indent="0">
              <a:buNone/>
              <a:defRPr sz="1400"/>
            </a:lvl5pPr>
            <a:lvl6pPr marL="2285891" indent="0">
              <a:buNone/>
              <a:defRPr sz="1400"/>
            </a:lvl6pPr>
            <a:lvl7pPr marL="2743069" indent="0">
              <a:buNone/>
              <a:defRPr sz="1400"/>
            </a:lvl7pPr>
            <a:lvl8pPr marL="3200248" indent="0">
              <a:buNone/>
              <a:defRPr sz="1400"/>
            </a:lvl8pPr>
            <a:lvl9pPr marL="3657426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05466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7954" y="6247765"/>
            <a:ext cx="14486764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92883" y="6247765"/>
            <a:ext cx="14488098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884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3" y="1713887"/>
            <a:ext cx="27247291" cy="71349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961" y="9581159"/>
            <a:ext cx="1337599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961" y="13575197"/>
            <a:ext cx="1337599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921" y="9581159"/>
            <a:ext cx="1338133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921" y="13575197"/>
            <a:ext cx="1338133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537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3605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309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1" y="1704452"/>
            <a:ext cx="9959566" cy="72519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664" y="1704451"/>
            <a:ext cx="16924588" cy="365314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961" y="8956385"/>
            <a:ext cx="9959566" cy="292795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29834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58" y="29962829"/>
            <a:ext cx="18164861" cy="35372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58" y="3824162"/>
            <a:ext cx="18164861" cy="2568188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6" indent="0">
              <a:buNone/>
              <a:defRPr sz="2400"/>
            </a:lvl3pPr>
            <a:lvl4pPr marL="1371535" indent="0">
              <a:buNone/>
              <a:defRPr sz="2000"/>
            </a:lvl4pPr>
            <a:lvl5pPr marL="1828713" indent="0">
              <a:buNone/>
              <a:defRPr sz="2000"/>
            </a:lvl5pPr>
            <a:lvl6pPr marL="2285891" indent="0">
              <a:buNone/>
              <a:defRPr sz="2000"/>
            </a:lvl6pPr>
            <a:lvl7pPr marL="2743069" indent="0">
              <a:buNone/>
              <a:defRPr sz="2000"/>
            </a:lvl7pPr>
            <a:lvl8pPr marL="3200248" indent="0">
              <a:buNone/>
              <a:defRPr sz="2000"/>
            </a:lvl8pPr>
            <a:lvl9pPr marL="3657426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58" y="33500076"/>
            <a:ext cx="18164861" cy="50227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0417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527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306224" y="1655374"/>
            <a:ext cx="7274756" cy="402178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7954" y="1655374"/>
            <a:ext cx="21700106" cy="402178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692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>
            <a:extLst>
              <a:ext uri="{FF2B5EF4-FFF2-40B4-BE49-F238E27FC236}">
                <a16:creationId xmlns:a16="http://schemas.microsoft.com/office/drawing/2014/main" id="{80D2B4D0-280E-084C-BF00-55EE5E851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30275213" cy="5291138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 dirty="0"/>
          </a:p>
        </p:txBody>
      </p:sp>
      <p:sp>
        <p:nvSpPr>
          <p:cNvPr id="1028" name="Rectangle 15">
            <a:extLst>
              <a:ext uri="{FF2B5EF4-FFF2-40B4-BE49-F238E27FC236}">
                <a16:creationId xmlns:a16="http://schemas.microsoft.com/office/drawing/2014/main" id="{4E51A2EB-8043-C663-44A2-A92102E10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37450" y="648496"/>
            <a:ext cx="22044025" cy="386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dirty="0"/>
              <a:t>Click to edit Master title style</a:t>
            </a:r>
          </a:p>
        </p:txBody>
      </p:sp>
      <p:sp>
        <p:nvSpPr>
          <p:cNvPr id="1030" name="Rectangle 25">
            <a:extLst>
              <a:ext uri="{FF2B5EF4-FFF2-40B4-BE49-F238E27FC236}">
                <a16:creationId xmlns:a16="http://schemas.microsoft.com/office/drawing/2014/main" id="{92462A63-B664-C648-977D-332956FE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30275213" cy="4280376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>
            <a:solidFill>
              <a:srgbClr val="FF9500"/>
            </a:solidFill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1031" name="Rectangle 40">
            <a:extLst>
              <a:ext uri="{FF2B5EF4-FFF2-40B4-BE49-F238E27FC236}">
                <a16:creationId xmlns:a16="http://schemas.microsoft.com/office/drawing/2014/main" id="{32EDB4AB-0D9B-4145-BD20-F5382124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9676" y="6242050"/>
            <a:ext cx="9321800" cy="35625089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1032" name="Rectangle 41">
            <a:extLst>
              <a:ext uri="{FF2B5EF4-FFF2-40B4-BE49-F238E27FC236}">
                <a16:creationId xmlns:a16="http://schemas.microsoft.com/office/drawing/2014/main" id="{D1BE76FC-9DFD-094D-8AE4-13A94A84F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2101" y="6242050"/>
            <a:ext cx="9320213" cy="35625089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pic>
        <p:nvPicPr>
          <p:cNvPr id="5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AF20A75A-848E-488D-1450-CE5D927FD98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93737" y="724695"/>
            <a:ext cx="7211397" cy="3869529"/>
          </a:xfrm>
          <a:prstGeom prst="rect">
            <a:avLst/>
          </a:prstGeom>
        </p:spPr>
      </p:pic>
      <p:sp>
        <p:nvSpPr>
          <p:cNvPr id="2" name="Rectangle 33">
            <a:extLst>
              <a:ext uri="{FF2B5EF4-FFF2-40B4-BE49-F238E27FC236}">
                <a16:creationId xmlns:a16="http://schemas.microsoft.com/office/drawing/2014/main" id="{C7054896-4154-C927-4D21-4456BB689C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52101" y="6249988"/>
            <a:ext cx="9321800" cy="356250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" name="Rectangle 33">
            <a:extLst>
              <a:ext uri="{FF2B5EF4-FFF2-40B4-BE49-F238E27FC236}">
                <a16:creationId xmlns:a16="http://schemas.microsoft.com/office/drawing/2014/main" id="{EA18E7D8-5865-0E0B-E6B4-495A5E1956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258089" y="6234906"/>
            <a:ext cx="9321800" cy="356250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9AD28C18-63D4-30AB-07CA-1596DE5694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50513" y="6234112"/>
            <a:ext cx="9321800" cy="35625089"/>
          </a:xfrm>
          <a:prstGeom prst="rect">
            <a:avLst/>
          </a:prstGeom>
          <a:solidFill>
            <a:srgbClr val="1A1A1A"/>
          </a:solidFill>
          <a:ln w="9525">
            <a:solidFill>
              <a:srgbClr val="FF95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E5DA62AA-E41D-A9ED-B677-289D868ED5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256500" y="6227762"/>
            <a:ext cx="9321800" cy="35625089"/>
          </a:xfrm>
          <a:prstGeom prst="rect">
            <a:avLst/>
          </a:prstGeom>
          <a:solidFill>
            <a:srgbClr val="1A1A1A"/>
          </a:solidFill>
          <a:ln w="9525">
            <a:solidFill>
              <a:srgbClr val="FF95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9" name="Rectangle 33">
            <a:extLst>
              <a:ext uri="{FF2B5EF4-FFF2-40B4-BE49-F238E27FC236}">
                <a16:creationId xmlns:a16="http://schemas.microsoft.com/office/drawing/2014/main" id="{4E9C45C9-A1F0-1393-116B-AE6CF8746A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3737" y="6227761"/>
            <a:ext cx="9321800" cy="35625089"/>
          </a:xfrm>
          <a:prstGeom prst="rect">
            <a:avLst/>
          </a:prstGeom>
          <a:solidFill>
            <a:srgbClr val="1A1A1A"/>
          </a:solidFill>
          <a:ln w="9525">
            <a:solidFill>
              <a:srgbClr val="FF95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+mj-lt"/>
          <a:ea typeface="MS PGothic" pitchFamily="34" charset="-128"/>
          <a:cs typeface="MS PGothic" charset="0"/>
        </a:defRPr>
      </a:lvl1pPr>
      <a:lvl2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2pPr>
      <a:lvl3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3pPr>
      <a:lvl4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4pPr>
      <a:lvl5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5pPr>
      <a:lvl6pPr marL="457199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6pPr>
      <a:lvl7pPr marL="914397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7pPr>
      <a:lvl8pPr marL="1371596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8pPr>
      <a:lvl9pPr marL="1828795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9pPr>
    </p:titleStyle>
    <p:bodyStyle>
      <a:lvl1pPr marL="280987" indent="-280987" algn="l" defTabSz="749298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606422" indent="-231774" algn="l" defTabSz="749298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38211" indent="-188913" algn="l" defTabSz="749298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312859" indent="-187324" algn="l" defTabSz="749298" rtl="0" eaLnBrk="0" fontAlgn="base" hangingPunct="0">
        <a:spcBef>
          <a:spcPct val="20000"/>
        </a:spcBef>
        <a:spcAft>
          <a:spcPct val="0"/>
        </a:spcAft>
        <a:buChar char="–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687507" indent="-187324" algn="l" defTabSz="749298" rtl="0" eaLnBrk="0" fontAlgn="base" hangingPunct="0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144705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6pPr>
      <a:lvl7pPr marL="2601904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7pPr>
      <a:lvl8pPr marL="3059103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8pPr>
      <a:lvl9pPr marL="3516301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9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7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6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5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92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91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9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88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5EA915C-87A8-5044-BB0D-E37F2076B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54737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EC338B2-7262-EB4B-85D8-379E00874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5" y="6248402"/>
            <a:ext cx="6880225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2" name="Rectangle 6">
            <a:extLst>
              <a:ext uri="{FF2B5EF4-FFF2-40B4-BE49-F238E27FC236}">
                <a16:creationId xmlns:a16="http://schemas.microsoft.com/office/drawing/2014/main" id="{89824C65-BEB3-04E0-007F-0D91C32ED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61988" y="1655766"/>
            <a:ext cx="28919487" cy="286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title style</a:t>
            </a:r>
          </a:p>
        </p:txBody>
      </p:sp>
      <p:sp>
        <p:nvSpPr>
          <p:cNvPr id="2053" name="Rectangle 7">
            <a:extLst>
              <a:ext uri="{FF2B5EF4-FFF2-40B4-BE49-F238E27FC236}">
                <a16:creationId xmlns:a16="http://schemas.microsoft.com/office/drawing/2014/main" id="{8516AFBB-37AB-9DD7-95C5-717E275E7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5" y="6264276"/>
            <a:ext cx="6880225" cy="3562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text styles</a:t>
            </a:r>
          </a:p>
          <a:p>
            <a:pPr lvl="1"/>
            <a:r>
              <a:rPr lang="en-US" altLang="fr-FR"/>
              <a:t>Second level</a:t>
            </a: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269D22D5-5E7D-7D4D-8D11-DD613FD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4280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5" name="Rectangle 9">
            <a:extLst>
              <a:ext uri="{FF2B5EF4-FFF2-40B4-BE49-F238E27FC236}">
                <a16:creationId xmlns:a16="http://schemas.microsoft.com/office/drawing/2014/main" id="{E4C6E94E-56F8-D74B-A499-6528ABD80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9" y="6248402"/>
            <a:ext cx="14322425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6" name="Rectangle 11">
            <a:extLst>
              <a:ext uri="{FF2B5EF4-FFF2-40B4-BE49-F238E27FC236}">
                <a16:creationId xmlns:a16="http://schemas.microsoft.com/office/drawing/2014/main" id="{4C7DA45B-F8F3-DA40-AB9C-6C2D45F5F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6489" y="6248402"/>
            <a:ext cx="6884987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7" name="Text Box 14">
            <a:extLst>
              <a:ext uri="{FF2B5EF4-FFF2-40B4-BE49-F238E27FC236}">
                <a16:creationId xmlns:a16="http://schemas.microsoft.com/office/drawing/2014/main" id="{62B71F04-6BDC-7842-B92B-36BE9A3318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6113" y="42260838"/>
            <a:ext cx="3308350" cy="158927"/>
          </a:xfrm>
          <a:prstGeom prst="rect">
            <a:avLst/>
          </a:prstGeom>
          <a:noFill/>
          <a:ln>
            <a:noFill/>
          </a:ln>
        </p:spPr>
        <p:txBody>
          <a:bodyPr lIns="74857" tIns="37420" rIns="74857" bIns="37420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+mj-lt"/>
          <a:ea typeface="MS PGothic" pitchFamily="34" charset="-128"/>
          <a:cs typeface="MS PGothic" charset="0"/>
        </a:defRPr>
      </a:lvl1pPr>
      <a:lvl2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2pPr>
      <a:lvl3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3pPr>
      <a:lvl4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4pPr>
      <a:lvl5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5pPr>
      <a:lvl6pPr marL="457178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6pPr>
      <a:lvl7pPr marL="914356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7pPr>
      <a:lvl8pPr marL="1371535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8pPr>
      <a:lvl9pPr marL="1828713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9pPr>
    </p:titleStyle>
    <p:bodyStyle>
      <a:lvl1pPr marL="280974" indent="-28097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606396" indent="-231765" algn="l" defTabSz="749265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38167" indent="-18890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312800" indent="-187317" algn="l" defTabSz="749265" rtl="0" eaLnBrk="0" fontAlgn="base" hangingPunct="0">
        <a:spcBef>
          <a:spcPct val="20000"/>
        </a:spcBef>
        <a:spcAft>
          <a:spcPct val="0"/>
        </a:spcAft>
        <a:buChar char="–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687432" indent="-187317" algn="l" defTabSz="749265" rtl="0" eaLnBrk="0" fontAlgn="base" hangingPunct="0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14461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6pPr>
      <a:lvl7pPr marL="260179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7pPr>
      <a:lvl8pPr marL="3058967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8pPr>
      <a:lvl9pPr marL="3516145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3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1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2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57D8CEC-C970-5545-B1EC-2901675F4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54737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6E7F514-0858-E645-8DCB-7B6582564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9" y="6248402"/>
            <a:ext cx="29224287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076" name="Rectangle 6">
            <a:extLst>
              <a:ext uri="{FF2B5EF4-FFF2-40B4-BE49-F238E27FC236}">
                <a16:creationId xmlns:a16="http://schemas.microsoft.com/office/drawing/2014/main" id="{2CA3593C-4400-B2F5-F569-AE120ECB7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61988" y="1655766"/>
            <a:ext cx="28919487" cy="286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title style</a:t>
            </a:r>
          </a:p>
        </p:txBody>
      </p:sp>
      <p:sp>
        <p:nvSpPr>
          <p:cNvPr id="3077" name="Rectangle 7">
            <a:extLst>
              <a:ext uri="{FF2B5EF4-FFF2-40B4-BE49-F238E27FC236}">
                <a16:creationId xmlns:a16="http://schemas.microsoft.com/office/drawing/2014/main" id="{0D1C5B07-2781-5346-09EA-EE1474814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7840" y="6248402"/>
            <a:ext cx="29103637" cy="3562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text styles</a:t>
            </a:r>
          </a:p>
          <a:p>
            <a:pPr lvl="1"/>
            <a:r>
              <a:rPr lang="en-US" altLang="fr-FR"/>
              <a:t>Second level</a:t>
            </a:r>
          </a:p>
        </p:txBody>
      </p:sp>
      <p:sp>
        <p:nvSpPr>
          <p:cNvPr id="3078" name="Rectangle 8">
            <a:extLst>
              <a:ext uri="{FF2B5EF4-FFF2-40B4-BE49-F238E27FC236}">
                <a16:creationId xmlns:a16="http://schemas.microsoft.com/office/drawing/2014/main" id="{4D49E4CC-BD61-6C48-B56D-E4FA3CBB2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4280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079" name="Text Box 14">
            <a:extLst>
              <a:ext uri="{FF2B5EF4-FFF2-40B4-BE49-F238E27FC236}">
                <a16:creationId xmlns:a16="http://schemas.microsoft.com/office/drawing/2014/main" id="{77480CCC-379B-C247-8E45-12B7352B36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7838" y="42244964"/>
            <a:ext cx="3308350" cy="158927"/>
          </a:xfrm>
          <a:prstGeom prst="rect">
            <a:avLst/>
          </a:prstGeom>
          <a:noFill/>
          <a:ln>
            <a:noFill/>
          </a:ln>
        </p:spPr>
        <p:txBody>
          <a:bodyPr lIns="74857" tIns="37420" rIns="74857" bIns="37420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+mj-lt"/>
          <a:ea typeface="MS PGothic" pitchFamily="34" charset="-128"/>
          <a:cs typeface="MS PGothic" charset="0"/>
        </a:defRPr>
      </a:lvl1pPr>
      <a:lvl2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2pPr>
      <a:lvl3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3pPr>
      <a:lvl4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4pPr>
      <a:lvl5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5pPr>
      <a:lvl6pPr marL="457178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6pPr>
      <a:lvl7pPr marL="914356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7pPr>
      <a:lvl8pPr marL="1371535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8pPr>
      <a:lvl9pPr marL="1828713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9pPr>
    </p:titleStyle>
    <p:bodyStyle>
      <a:lvl1pPr marL="280974" indent="-28097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606396" indent="-231765" algn="l" defTabSz="749265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38167" indent="-18890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312800" indent="-187317" algn="l" defTabSz="749265" rtl="0" eaLnBrk="0" fontAlgn="base" hangingPunct="0">
        <a:spcBef>
          <a:spcPct val="20000"/>
        </a:spcBef>
        <a:spcAft>
          <a:spcPct val="0"/>
        </a:spcAft>
        <a:buChar char="–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687432" indent="-187317" algn="l" defTabSz="749265" rtl="0" eaLnBrk="0" fontAlgn="base" hangingPunct="0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14461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6pPr>
      <a:lvl7pPr marL="260179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7pPr>
      <a:lvl8pPr marL="3058967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8pPr>
      <a:lvl9pPr marL="3516145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3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1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2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diagramQuickStyle" Target="../diagrams/quickStyle1.xml"/><Relationship Id="rId47" Type="http://schemas.openxmlformats.org/officeDocument/2006/relationships/image" Target="../media/image41.png"/><Relationship Id="rId50" Type="http://schemas.openxmlformats.org/officeDocument/2006/relationships/diagramQuickStyle" Target="../diagrams/quickStyle2.xml"/><Relationship Id="rId55" Type="http://schemas.openxmlformats.org/officeDocument/2006/relationships/diagramQuickStyle" Target="../diagrams/quickStyle3.xml"/><Relationship Id="rId63" Type="http://schemas.openxmlformats.org/officeDocument/2006/relationships/diagramData" Target="../diagrams/data5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diagramData" Target="../diagrams/data1.xml"/><Relationship Id="rId45" Type="http://schemas.openxmlformats.org/officeDocument/2006/relationships/image" Target="../media/image39.png"/><Relationship Id="rId53" Type="http://schemas.openxmlformats.org/officeDocument/2006/relationships/diagramData" Target="../diagrams/data3.xml"/><Relationship Id="rId58" Type="http://schemas.openxmlformats.org/officeDocument/2006/relationships/diagramData" Target="../diagrams/data4.xml"/><Relationship Id="rId66" Type="http://schemas.openxmlformats.org/officeDocument/2006/relationships/diagramColors" Target="../diagrams/colors5.xml"/><Relationship Id="rId5" Type="http://schemas.openxmlformats.org/officeDocument/2006/relationships/image" Target="../media/image4.png"/><Relationship Id="rId61" Type="http://schemas.openxmlformats.org/officeDocument/2006/relationships/diagramColors" Target="../diagrams/colors4.xml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diagramColors" Target="../diagrams/colors1.xml"/><Relationship Id="rId48" Type="http://schemas.openxmlformats.org/officeDocument/2006/relationships/diagramData" Target="../diagrams/data2.xml"/><Relationship Id="rId56" Type="http://schemas.openxmlformats.org/officeDocument/2006/relationships/diagramColors" Target="../diagrams/colors3.xml"/><Relationship Id="rId64" Type="http://schemas.openxmlformats.org/officeDocument/2006/relationships/diagramLayout" Target="../diagrams/layout5.xml"/><Relationship Id="rId8" Type="http://schemas.openxmlformats.org/officeDocument/2006/relationships/image" Target="../media/image7.png"/><Relationship Id="rId51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0.png"/><Relationship Id="rId59" Type="http://schemas.openxmlformats.org/officeDocument/2006/relationships/diagramLayout" Target="../diagrams/layout4.xml"/><Relationship Id="rId67" Type="http://schemas.microsoft.com/office/2007/relationships/diagramDrawing" Target="../diagrams/drawing5.xml"/><Relationship Id="rId20" Type="http://schemas.openxmlformats.org/officeDocument/2006/relationships/image" Target="../media/image19.png"/><Relationship Id="rId41" Type="http://schemas.openxmlformats.org/officeDocument/2006/relationships/diagramLayout" Target="../diagrams/layout1.xml"/><Relationship Id="rId54" Type="http://schemas.openxmlformats.org/officeDocument/2006/relationships/diagramLayout" Target="../diagrams/layout3.xml"/><Relationship Id="rId62" Type="http://schemas.microsoft.com/office/2007/relationships/diagramDrawing" Target="../diagrams/drawing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diagramLayout" Target="../diagrams/layout2.xml"/><Relationship Id="rId57" Type="http://schemas.microsoft.com/office/2007/relationships/diagramDrawing" Target="../diagrams/drawing3.xml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microsoft.com/office/2007/relationships/diagramDrawing" Target="../diagrams/drawing1.xml"/><Relationship Id="rId52" Type="http://schemas.microsoft.com/office/2007/relationships/diagramDrawing" Target="../diagrams/drawing2.xml"/><Relationship Id="rId60" Type="http://schemas.openxmlformats.org/officeDocument/2006/relationships/diagramQuickStyle" Target="../diagrams/quickStyle4.xml"/><Relationship Id="rId65" Type="http://schemas.openxmlformats.org/officeDocument/2006/relationships/diagramQuickStyle" Target="../diagrams/quickStyle5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5">
            <a:extLst>
              <a:ext uri="{FF2B5EF4-FFF2-40B4-BE49-F238E27FC236}">
                <a16:creationId xmlns:a16="http://schemas.microsoft.com/office/drawing/2014/main" id="{5C34FFF7-6375-FEF2-894D-1B20F0E17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9460" y="626440"/>
            <a:ext cx="22147935" cy="318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4838" tIns="37413" rIns="74838" bIns="37413">
            <a:spAutoFit/>
          </a:bodyPr>
          <a:lstStyle>
            <a:lvl1pPr defTabSz="749300">
              <a:spcBef>
                <a:spcPct val="20000"/>
              </a:spcBef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5999" dirty="0">
                <a:solidFill>
                  <a:srgbClr val="FF9500"/>
                </a:solidFill>
                <a:latin typeface="Arial Black" panose="020B0604020202020204" pitchFamily="34" charset="0"/>
              </a:rPr>
              <a:t>Code Quiz: </a:t>
            </a:r>
            <a:r>
              <a:rPr lang="en-US" altLang="fr-FR" sz="5999" dirty="0">
                <a:solidFill>
                  <a:schemeClr val="bg1"/>
                </a:solidFill>
                <a:latin typeface="Arial Black" panose="020B0604020202020204" pitchFamily="34" charset="0"/>
              </a:rPr>
              <a:t>An AI-Driven Platform for Adaptive Code Assessment and Gamified Learning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fr-FR" sz="4100" b="1" dirty="0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fr-FR" sz="4100" b="1" dirty="0">
                <a:solidFill>
                  <a:srgbClr val="FF9500"/>
                </a:solidFill>
              </a:rPr>
              <a:t>Fionn McGoldrick </a:t>
            </a:r>
            <a:r>
              <a:rPr lang="en-US" altLang="fr-FR" sz="4100" b="1" dirty="0">
                <a:solidFill>
                  <a:schemeClr val="bg1"/>
                </a:solidFill>
              </a:rPr>
              <a:t>| Atlantic Technological University (ATU Galway)</a:t>
            </a:r>
            <a:endParaRPr lang="en-US" altLang="fr-FR" sz="2800" b="1" u="sng" dirty="0">
              <a:solidFill>
                <a:schemeClr val="bg1"/>
              </a:solidFill>
            </a:endParaRPr>
          </a:p>
        </p:txBody>
      </p:sp>
      <p:sp>
        <p:nvSpPr>
          <p:cNvPr id="5122" name="Text Box 471">
            <a:extLst>
              <a:ext uri="{FF2B5EF4-FFF2-40B4-BE49-F238E27FC236}">
                <a16:creationId xmlns:a16="http://schemas.microsoft.com/office/drawing/2014/main" id="{2AC155E6-8ACE-F3F1-A66B-0F772E506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22" y="6248401"/>
            <a:ext cx="9321800" cy="629569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37420">
            <a:spAutoFit/>
          </a:bodyPr>
          <a:lstStyle>
            <a:lvl1pPr defTabSz="749300">
              <a:spcBef>
                <a:spcPct val="20000"/>
              </a:spcBef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IE" sz="3600" dirty="0">
                <a:solidFill>
                  <a:schemeClr val="bg1"/>
                </a:solidFill>
                <a:latin typeface="+mj-lt"/>
              </a:rPr>
              <a:t>Introduction &amp; Motivation</a:t>
            </a:r>
            <a:endParaRPr lang="en-US" altLang="fr-FR" sz="3599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9BA64-224F-9942-7E59-165E7B6270DA}"/>
              </a:ext>
            </a:extLst>
          </p:cNvPr>
          <p:cNvSpPr txBox="1"/>
          <p:nvPr/>
        </p:nvSpPr>
        <p:spPr>
          <a:xfrm>
            <a:off x="10677363" y="3810284"/>
            <a:ext cx="18208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fr-FR" sz="3600" b="1" dirty="0">
                <a:solidFill>
                  <a:srgbClr val="FF9500"/>
                </a:solidFill>
              </a:rPr>
              <a:t>GitHub</a:t>
            </a:r>
            <a:r>
              <a:rPr lang="en-US" altLang="fr-FR" sz="3600" b="1" dirty="0">
                <a:solidFill>
                  <a:schemeClr val="bg1"/>
                </a:solidFill>
              </a:rPr>
              <a:t>: </a:t>
            </a:r>
            <a:r>
              <a:rPr lang="en-US" altLang="fr-FR" sz="3600" b="1" u="sng" dirty="0">
                <a:solidFill>
                  <a:schemeClr val="bg1"/>
                </a:solidFill>
              </a:rPr>
              <a:t>https://github.com/fionnmcgoldrick123/programming-quiz-app</a:t>
            </a:r>
            <a:endParaRPr lang="en-IE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21CD70-F40D-CAF1-D044-EDB3E726E368}"/>
              </a:ext>
            </a:extLst>
          </p:cNvPr>
          <p:cNvSpPr txBox="1"/>
          <p:nvPr/>
        </p:nvSpPr>
        <p:spPr>
          <a:xfrm>
            <a:off x="1119580" y="7133465"/>
            <a:ext cx="867507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</a:rPr>
              <a:t>LLM-generated quizzes with real-time ML difficulty prediction and topic tagging.</a:t>
            </a:r>
            <a:endParaRPr lang="en-GB" sz="4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004" name="Header_6004"/>
          <p:cNvSpPr txBox="1">
            <a:spLocks noChangeArrowheads="1"/>
          </p:cNvSpPr>
          <p:nvPr/>
        </p:nvSpPr>
        <p:spPr bwMode="auto">
          <a:xfrm>
            <a:off x="694928" y="21109021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AI Quiz Generation</a:t>
            </a:r>
          </a:p>
        </p:txBody>
      </p:sp>
      <p:sp>
        <p:nvSpPr>
          <p:cNvPr id="6007" name="Header_6007"/>
          <p:cNvSpPr txBox="1">
            <a:spLocks noChangeArrowheads="1"/>
          </p:cNvSpPr>
          <p:nvPr/>
        </p:nvSpPr>
        <p:spPr bwMode="auto">
          <a:xfrm>
            <a:off x="10476909" y="14707709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Arial"/>
              </a:rPr>
              <a:t>Gamification &amp; Social</a:t>
            </a:r>
          </a:p>
        </p:txBody>
      </p:sp>
      <p:sp>
        <p:nvSpPr>
          <p:cNvPr id="6013" name="Header_6013"/>
          <p:cNvSpPr txBox="1">
            <a:spLocks noChangeArrowheads="1"/>
          </p:cNvSpPr>
          <p:nvPr/>
        </p:nvSpPr>
        <p:spPr bwMode="auto">
          <a:xfrm>
            <a:off x="10476909" y="26401063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Difficulty Classifier</a:t>
            </a:r>
          </a:p>
        </p:txBody>
      </p:sp>
      <p:sp>
        <p:nvSpPr>
          <p:cNvPr id="6023" name="Header_6023"/>
          <p:cNvSpPr txBox="1">
            <a:spLocks noChangeArrowheads="1"/>
          </p:cNvSpPr>
          <p:nvPr/>
        </p:nvSpPr>
        <p:spPr bwMode="auto">
          <a:xfrm>
            <a:off x="20256703" y="6245352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Topic Tag Classifier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F5A571-AB5B-E4C9-87B7-8EF6DD487F0A}"/>
              </a:ext>
            </a:extLst>
          </p:cNvPr>
          <p:cNvSpPr txBox="1"/>
          <p:nvPr/>
        </p:nvSpPr>
        <p:spPr>
          <a:xfrm>
            <a:off x="3258165" y="9587097"/>
            <a:ext cx="4099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4400" b="1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BD171A-775D-D7EC-44F2-D11DB2BCC9A2}"/>
              </a:ext>
            </a:extLst>
          </p:cNvPr>
          <p:cNvSpPr/>
          <p:nvPr/>
        </p:nvSpPr>
        <p:spPr bwMode="auto">
          <a:xfrm>
            <a:off x="4684115" y="10493695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76A6BE-E494-82B3-6B56-A166101A79A6}"/>
              </a:ext>
            </a:extLst>
          </p:cNvPr>
          <p:cNvSpPr/>
          <p:nvPr/>
        </p:nvSpPr>
        <p:spPr bwMode="auto">
          <a:xfrm>
            <a:off x="6313680" y="10493695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F140682-2109-741C-4B81-CBA6ADAE256E}"/>
              </a:ext>
            </a:extLst>
          </p:cNvPr>
          <p:cNvSpPr/>
          <p:nvPr/>
        </p:nvSpPr>
        <p:spPr bwMode="auto">
          <a:xfrm>
            <a:off x="3054549" y="10510342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301886-7793-446A-15F0-003DFC373B5C}"/>
              </a:ext>
            </a:extLst>
          </p:cNvPr>
          <p:cNvSpPr/>
          <p:nvPr/>
        </p:nvSpPr>
        <p:spPr bwMode="auto">
          <a:xfrm>
            <a:off x="8020951" y="10478192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40FCF1-7C4B-32B0-0EDE-9020AE454812}"/>
              </a:ext>
            </a:extLst>
          </p:cNvPr>
          <p:cNvSpPr/>
          <p:nvPr/>
        </p:nvSpPr>
        <p:spPr bwMode="auto">
          <a:xfrm>
            <a:off x="1347279" y="10493695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8CE413-5562-0E9C-C3E9-EF3C47AE9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79" y="10793909"/>
            <a:ext cx="686186" cy="6861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A6DCD5-AEDA-41DF-47F0-8DCE42311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461" y="10660151"/>
            <a:ext cx="882765" cy="8827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E8D3CC-DDCB-946B-AE31-329FBDDDF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191" y="10793909"/>
            <a:ext cx="596683" cy="5966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F5E702-D97A-65CD-9200-9ADEE96EA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303" y="10714024"/>
            <a:ext cx="724402" cy="7244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B3B40F8-A742-943E-1737-CD5E0F141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1055" y="10653799"/>
            <a:ext cx="872380" cy="87238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2781DE-49B5-E14C-FD3A-B3844E8C939D}"/>
              </a:ext>
            </a:extLst>
          </p:cNvPr>
          <p:cNvSpPr txBox="1"/>
          <p:nvPr/>
        </p:nvSpPr>
        <p:spPr>
          <a:xfrm>
            <a:off x="1125421" y="11809522"/>
            <a:ext cx="16322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Education cost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244E97-8727-DD53-9E88-5499765A652D}"/>
              </a:ext>
            </a:extLst>
          </p:cNvPr>
          <p:cNvSpPr txBox="1"/>
          <p:nvPr/>
        </p:nvSpPr>
        <p:spPr>
          <a:xfrm>
            <a:off x="2911099" y="11809522"/>
            <a:ext cx="1512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Static platforms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FB62FD-138F-75AE-CBF2-B9DFA720DD14}"/>
              </a:ext>
            </a:extLst>
          </p:cNvPr>
          <p:cNvSpPr txBox="1"/>
          <p:nvPr/>
        </p:nvSpPr>
        <p:spPr>
          <a:xfrm>
            <a:off x="4348184" y="11874256"/>
            <a:ext cx="1878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b="1" dirty="0">
                <a:solidFill>
                  <a:schemeClr val="bg1"/>
                </a:solidFill>
              </a:rPr>
              <a:t>Unstructured</a:t>
            </a:r>
          </a:p>
          <a:p>
            <a:pPr algn="ctr"/>
            <a:r>
              <a:rPr lang="en-IE" sz="2000" b="1" dirty="0">
                <a:solidFill>
                  <a:schemeClr val="bg1"/>
                </a:solidFill>
              </a:rPr>
              <a:t>AI output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FED92E-1FE5-018A-4301-CA86DE7869F1}"/>
              </a:ext>
            </a:extLst>
          </p:cNvPr>
          <p:cNvSpPr txBox="1"/>
          <p:nvPr/>
        </p:nvSpPr>
        <p:spPr>
          <a:xfrm>
            <a:off x="6123223" y="11885687"/>
            <a:ext cx="1766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b="1" dirty="0">
                <a:solidFill>
                  <a:schemeClr val="bg1"/>
                </a:solidFill>
              </a:rPr>
              <a:t>Personalised</a:t>
            </a:r>
          </a:p>
          <a:p>
            <a:pPr algn="ctr"/>
            <a:r>
              <a:rPr lang="en-IE" sz="2000" b="1" dirty="0">
                <a:solidFill>
                  <a:schemeClr val="bg1"/>
                </a:solidFill>
              </a:rPr>
              <a:t>learning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F44C6A-C3B3-7EB6-C57F-4DB030F6841C}"/>
              </a:ext>
            </a:extLst>
          </p:cNvPr>
          <p:cNvSpPr txBox="1"/>
          <p:nvPr/>
        </p:nvSpPr>
        <p:spPr>
          <a:xfrm>
            <a:off x="7856856" y="11844591"/>
            <a:ext cx="1590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Difficult platforms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044FEE-7192-DB37-F12D-94C51F08A0FE}"/>
              </a:ext>
            </a:extLst>
          </p:cNvPr>
          <p:cNvCxnSpPr>
            <a:cxnSpLocks/>
          </p:cNvCxnSpPr>
          <p:nvPr/>
        </p:nvCxnSpPr>
        <p:spPr bwMode="auto">
          <a:xfrm>
            <a:off x="1014834" y="9423648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Header_6001">
            <a:extLst>
              <a:ext uri="{FF2B5EF4-FFF2-40B4-BE49-F238E27FC236}">
                <a16:creationId xmlns:a16="http://schemas.microsoft.com/office/drawing/2014/main" id="{E9FE12CD-C238-4E18-9FFA-314BC6279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72" y="13057237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Tech Stack</a:t>
            </a:r>
            <a:endParaRPr lang="en-GB" sz="2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BAC1F9-36E3-961F-9AF4-EAE572C56619}"/>
              </a:ext>
            </a:extLst>
          </p:cNvPr>
          <p:cNvSpPr txBox="1"/>
          <p:nvPr/>
        </p:nvSpPr>
        <p:spPr>
          <a:xfrm>
            <a:off x="-264853" y="13950793"/>
            <a:ext cx="4099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Frontend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A33B573-7485-857C-1145-4CB3851FD8DA}"/>
              </a:ext>
            </a:extLst>
          </p:cNvPr>
          <p:cNvCxnSpPr>
            <a:cxnSpLocks/>
          </p:cNvCxnSpPr>
          <p:nvPr/>
        </p:nvCxnSpPr>
        <p:spPr bwMode="auto">
          <a:xfrm flipH="1">
            <a:off x="2893138" y="14168138"/>
            <a:ext cx="41770" cy="47375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52" name="Oval 5951">
            <a:extLst>
              <a:ext uri="{FF2B5EF4-FFF2-40B4-BE49-F238E27FC236}">
                <a16:creationId xmlns:a16="http://schemas.microsoft.com/office/drawing/2014/main" id="{96718161-C950-94E3-4FEF-6C985EEFC221}"/>
              </a:ext>
            </a:extLst>
          </p:cNvPr>
          <p:cNvSpPr/>
          <p:nvPr/>
        </p:nvSpPr>
        <p:spPr bwMode="auto">
          <a:xfrm>
            <a:off x="1149005" y="14530607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26" name="Picture 2" descr="React Native - Wikipedia">
            <a:extLst>
              <a:ext uri="{FF2B5EF4-FFF2-40B4-BE49-F238E27FC236}">
                <a16:creationId xmlns:a16="http://schemas.microsoft.com/office/drawing/2014/main" id="{3ADF86AA-9D33-5C85-5895-A91355528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926" y="14753725"/>
            <a:ext cx="838745" cy="74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53" name="Oval 5952">
            <a:extLst>
              <a:ext uri="{FF2B5EF4-FFF2-40B4-BE49-F238E27FC236}">
                <a16:creationId xmlns:a16="http://schemas.microsoft.com/office/drawing/2014/main" id="{F456102B-2225-6C17-3984-CFC7E82B9A0C}"/>
              </a:ext>
            </a:extLst>
          </p:cNvPr>
          <p:cNvSpPr/>
          <p:nvPr/>
        </p:nvSpPr>
        <p:spPr bwMode="auto">
          <a:xfrm>
            <a:off x="1134020" y="15941095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36" name="Picture 12" descr="Vite - Visual Studio Marketplace">
            <a:extLst>
              <a:ext uri="{FF2B5EF4-FFF2-40B4-BE49-F238E27FC236}">
                <a16:creationId xmlns:a16="http://schemas.microsoft.com/office/drawing/2014/main" id="{A421FD79-932F-E1A5-81D6-19B1EFA7E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957" y="16153793"/>
            <a:ext cx="868714" cy="87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61" name="Oval 5960">
            <a:extLst>
              <a:ext uri="{FF2B5EF4-FFF2-40B4-BE49-F238E27FC236}">
                <a16:creationId xmlns:a16="http://schemas.microsoft.com/office/drawing/2014/main" id="{2D1706D9-2483-6B39-AD7D-C92A4C08757D}"/>
              </a:ext>
            </a:extLst>
          </p:cNvPr>
          <p:cNvSpPr/>
          <p:nvPr/>
        </p:nvSpPr>
        <p:spPr bwMode="auto">
          <a:xfrm>
            <a:off x="1134020" y="17359221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42" name="Picture 18" descr="TypeScript - Wikipedia">
            <a:extLst>
              <a:ext uri="{FF2B5EF4-FFF2-40B4-BE49-F238E27FC236}">
                <a16:creationId xmlns:a16="http://schemas.microsoft.com/office/drawing/2014/main" id="{D5663F0D-ACE3-05FA-903E-12D6B4C3D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947" y="17619151"/>
            <a:ext cx="682733" cy="68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64" name="TextBox 5963">
            <a:extLst>
              <a:ext uri="{FF2B5EF4-FFF2-40B4-BE49-F238E27FC236}">
                <a16:creationId xmlns:a16="http://schemas.microsoft.com/office/drawing/2014/main" id="{EBB7460D-00EA-6C62-4191-10FAD47EB86F}"/>
              </a:ext>
            </a:extLst>
          </p:cNvPr>
          <p:cNvSpPr txBox="1"/>
          <p:nvPr/>
        </p:nvSpPr>
        <p:spPr>
          <a:xfrm>
            <a:off x="1941537" y="13937306"/>
            <a:ext cx="4099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Backend</a:t>
            </a:r>
          </a:p>
        </p:txBody>
      </p:sp>
      <p:sp>
        <p:nvSpPr>
          <p:cNvPr id="5966" name="Oval 5965">
            <a:extLst>
              <a:ext uri="{FF2B5EF4-FFF2-40B4-BE49-F238E27FC236}">
                <a16:creationId xmlns:a16="http://schemas.microsoft.com/office/drawing/2014/main" id="{09B334FA-1647-40F9-5CB2-17C5A37C1326}"/>
              </a:ext>
            </a:extLst>
          </p:cNvPr>
          <p:cNvSpPr/>
          <p:nvPr/>
        </p:nvSpPr>
        <p:spPr bwMode="auto">
          <a:xfrm>
            <a:off x="3374630" y="14531517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46" name="Picture 22" descr="FastAPI · GitHub">
            <a:extLst>
              <a:ext uri="{FF2B5EF4-FFF2-40B4-BE49-F238E27FC236}">
                <a16:creationId xmlns:a16="http://schemas.microsoft.com/office/drawing/2014/main" id="{BE91659B-7CA9-B62A-4F01-100115064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247" y="14668363"/>
            <a:ext cx="929354" cy="92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68" name="Oval 5967">
            <a:extLst>
              <a:ext uri="{FF2B5EF4-FFF2-40B4-BE49-F238E27FC236}">
                <a16:creationId xmlns:a16="http://schemas.microsoft.com/office/drawing/2014/main" id="{E5C2463B-EA74-630B-14EF-59FC3368B253}"/>
              </a:ext>
            </a:extLst>
          </p:cNvPr>
          <p:cNvSpPr/>
          <p:nvPr/>
        </p:nvSpPr>
        <p:spPr bwMode="auto">
          <a:xfrm>
            <a:off x="3359880" y="15940109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48" name="Picture 24" descr="Python (programming language) - Wikipedia">
            <a:extLst>
              <a:ext uri="{FF2B5EF4-FFF2-40B4-BE49-F238E27FC236}">
                <a16:creationId xmlns:a16="http://schemas.microsoft.com/office/drawing/2014/main" id="{22B16337-28C2-B387-718C-66B8DD16F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227" y="16097456"/>
            <a:ext cx="877893" cy="877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72" name="Straight Connector 5971">
            <a:extLst>
              <a:ext uri="{FF2B5EF4-FFF2-40B4-BE49-F238E27FC236}">
                <a16:creationId xmlns:a16="http://schemas.microsoft.com/office/drawing/2014/main" id="{4DA5EA88-739D-6B97-1C12-9789EEEA0759}"/>
              </a:ext>
            </a:extLst>
          </p:cNvPr>
          <p:cNvCxnSpPr>
            <a:cxnSpLocks/>
          </p:cNvCxnSpPr>
          <p:nvPr/>
        </p:nvCxnSpPr>
        <p:spPr bwMode="auto">
          <a:xfrm flipH="1">
            <a:off x="5000431" y="14168138"/>
            <a:ext cx="24429" cy="4737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74" name="TextBox 5973">
            <a:extLst>
              <a:ext uri="{FF2B5EF4-FFF2-40B4-BE49-F238E27FC236}">
                <a16:creationId xmlns:a16="http://schemas.microsoft.com/office/drawing/2014/main" id="{18D243DA-3948-2006-FE25-1C95EA1A9DCA}"/>
              </a:ext>
            </a:extLst>
          </p:cNvPr>
          <p:cNvSpPr txBox="1"/>
          <p:nvPr/>
        </p:nvSpPr>
        <p:spPr>
          <a:xfrm>
            <a:off x="4126625" y="13917656"/>
            <a:ext cx="4099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Database</a:t>
            </a:r>
          </a:p>
        </p:txBody>
      </p:sp>
      <p:sp>
        <p:nvSpPr>
          <p:cNvPr id="5975" name="Oval 5974">
            <a:extLst>
              <a:ext uri="{FF2B5EF4-FFF2-40B4-BE49-F238E27FC236}">
                <a16:creationId xmlns:a16="http://schemas.microsoft.com/office/drawing/2014/main" id="{C07D0122-15E7-21C8-5CA6-613A6A972F41}"/>
              </a:ext>
            </a:extLst>
          </p:cNvPr>
          <p:cNvSpPr/>
          <p:nvPr/>
        </p:nvSpPr>
        <p:spPr bwMode="auto">
          <a:xfrm>
            <a:off x="5488407" y="14531517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50" name="Picture 26" descr="PostgreSQL - Wikipedia">
            <a:extLst>
              <a:ext uri="{FF2B5EF4-FFF2-40B4-BE49-F238E27FC236}">
                <a16:creationId xmlns:a16="http://schemas.microsoft.com/office/drawing/2014/main" id="{6E14B9AF-9F5D-096F-F9AF-FC8E9C645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225" y="14707709"/>
            <a:ext cx="869601" cy="89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76" name="Oval 5975">
            <a:extLst>
              <a:ext uri="{FF2B5EF4-FFF2-40B4-BE49-F238E27FC236}">
                <a16:creationId xmlns:a16="http://schemas.microsoft.com/office/drawing/2014/main" id="{EC79F24C-6F0C-68ED-0001-65492B23084D}"/>
              </a:ext>
            </a:extLst>
          </p:cNvPr>
          <p:cNvSpPr/>
          <p:nvPr/>
        </p:nvSpPr>
        <p:spPr bwMode="auto">
          <a:xfrm>
            <a:off x="5490293" y="15949581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52" name="Picture 28" descr="TablePlus · GitHub">
            <a:extLst>
              <a:ext uri="{FF2B5EF4-FFF2-40B4-BE49-F238E27FC236}">
                <a16:creationId xmlns:a16="http://schemas.microsoft.com/office/drawing/2014/main" id="{36454454-2247-2291-1FDF-F9A378D4D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066" y="16095706"/>
            <a:ext cx="896777" cy="89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78" name="Straight Connector 5977">
            <a:extLst>
              <a:ext uri="{FF2B5EF4-FFF2-40B4-BE49-F238E27FC236}">
                <a16:creationId xmlns:a16="http://schemas.microsoft.com/office/drawing/2014/main" id="{7B1F7483-C456-F267-A3DC-5FEC50704807}"/>
              </a:ext>
            </a:extLst>
          </p:cNvPr>
          <p:cNvCxnSpPr>
            <a:cxnSpLocks/>
          </p:cNvCxnSpPr>
          <p:nvPr/>
        </p:nvCxnSpPr>
        <p:spPr bwMode="auto">
          <a:xfrm flipH="1">
            <a:off x="7226291" y="14182989"/>
            <a:ext cx="53720" cy="47140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79" name="TextBox 5978">
            <a:extLst>
              <a:ext uri="{FF2B5EF4-FFF2-40B4-BE49-F238E27FC236}">
                <a16:creationId xmlns:a16="http://schemas.microsoft.com/office/drawing/2014/main" id="{117F6CF3-DF98-F67B-2833-C924043C2979}"/>
              </a:ext>
            </a:extLst>
          </p:cNvPr>
          <p:cNvSpPr txBox="1"/>
          <p:nvPr/>
        </p:nvSpPr>
        <p:spPr>
          <a:xfrm>
            <a:off x="6934121" y="13917656"/>
            <a:ext cx="3173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Machine Learning</a:t>
            </a:r>
          </a:p>
        </p:txBody>
      </p:sp>
      <p:sp>
        <p:nvSpPr>
          <p:cNvPr id="5980" name="Oval 5979">
            <a:extLst>
              <a:ext uri="{FF2B5EF4-FFF2-40B4-BE49-F238E27FC236}">
                <a16:creationId xmlns:a16="http://schemas.microsoft.com/office/drawing/2014/main" id="{7DC4F448-DB84-4699-D7B2-C6778EAF887E}"/>
              </a:ext>
            </a:extLst>
          </p:cNvPr>
          <p:cNvSpPr/>
          <p:nvPr/>
        </p:nvSpPr>
        <p:spPr bwMode="auto">
          <a:xfrm>
            <a:off x="7924755" y="14531517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54" name="Picture 30" descr="scikit-learn - Wikipedia">
            <a:extLst>
              <a:ext uri="{FF2B5EF4-FFF2-40B4-BE49-F238E27FC236}">
                <a16:creationId xmlns:a16="http://schemas.microsoft.com/office/drawing/2014/main" id="{902D39E4-08ED-D9CD-80F8-3201EB3F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694" y="14845875"/>
            <a:ext cx="928900" cy="50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82" name="Oval 5981">
            <a:extLst>
              <a:ext uri="{FF2B5EF4-FFF2-40B4-BE49-F238E27FC236}">
                <a16:creationId xmlns:a16="http://schemas.microsoft.com/office/drawing/2014/main" id="{4DFE3490-5D37-E9AE-4FBB-7BBD8DC0C9B6}"/>
              </a:ext>
            </a:extLst>
          </p:cNvPr>
          <p:cNvSpPr/>
          <p:nvPr/>
        </p:nvSpPr>
        <p:spPr bwMode="auto">
          <a:xfrm>
            <a:off x="7926706" y="15950178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56" name="Picture 32" descr="NumPy | Learning Python with Advent of Code Walkthroughs">
            <a:extLst>
              <a:ext uri="{FF2B5EF4-FFF2-40B4-BE49-F238E27FC236}">
                <a16:creationId xmlns:a16="http://schemas.microsoft.com/office/drawing/2014/main" id="{8AB9BD63-1F5A-AC95-ECBF-0DB177ADB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951" y="16053785"/>
            <a:ext cx="958794" cy="95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83" name="Oval 5982">
            <a:extLst>
              <a:ext uri="{FF2B5EF4-FFF2-40B4-BE49-F238E27FC236}">
                <a16:creationId xmlns:a16="http://schemas.microsoft.com/office/drawing/2014/main" id="{B5F8230E-AE1C-27B7-2798-390889A8C163}"/>
              </a:ext>
            </a:extLst>
          </p:cNvPr>
          <p:cNvSpPr/>
          <p:nvPr/>
        </p:nvSpPr>
        <p:spPr bwMode="auto">
          <a:xfrm>
            <a:off x="7924754" y="17359221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58" name="Picture 34" descr="Pandas | Learn Netdata">
            <a:extLst>
              <a:ext uri="{FF2B5EF4-FFF2-40B4-BE49-F238E27FC236}">
                <a16:creationId xmlns:a16="http://schemas.microsoft.com/office/drawing/2014/main" id="{44EC7DF2-008E-7176-6902-24684546F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60" y="17419334"/>
            <a:ext cx="785978" cy="104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87" name="Straight Connector 5986">
            <a:extLst>
              <a:ext uri="{FF2B5EF4-FFF2-40B4-BE49-F238E27FC236}">
                <a16:creationId xmlns:a16="http://schemas.microsoft.com/office/drawing/2014/main" id="{F64351B8-9332-B3A1-47CF-22A4ABD5CCAB}"/>
              </a:ext>
            </a:extLst>
          </p:cNvPr>
          <p:cNvCxnSpPr>
            <a:cxnSpLocks/>
          </p:cNvCxnSpPr>
          <p:nvPr/>
        </p:nvCxnSpPr>
        <p:spPr bwMode="auto">
          <a:xfrm>
            <a:off x="944154" y="18896993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88" name="TextBox 5987">
            <a:extLst>
              <a:ext uri="{FF2B5EF4-FFF2-40B4-BE49-F238E27FC236}">
                <a16:creationId xmlns:a16="http://schemas.microsoft.com/office/drawing/2014/main" id="{1C4959A4-9929-D057-F700-C578561876A3}"/>
              </a:ext>
            </a:extLst>
          </p:cNvPr>
          <p:cNvSpPr txBox="1"/>
          <p:nvPr/>
        </p:nvSpPr>
        <p:spPr>
          <a:xfrm>
            <a:off x="3029712" y="18940056"/>
            <a:ext cx="4099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b="1" dirty="0">
                <a:solidFill>
                  <a:schemeClr val="bg1"/>
                </a:solidFill>
              </a:rPr>
              <a:t>Infrastructure</a:t>
            </a:r>
          </a:p>
        </p:txBody>
      </p:sp>
      <p:sp>
        <p:nvSpPr>
          <p:cNvPr id="5989" name="Oval 5988">
            <a:extLst>
              <a:ext uri="{FF2B5EF4-FFF2-40B4-BE49-F238E27FC236}">
                <a16:creationId xmlns:a16="http://schemas.microsoft.com/office/drawing/2014/main" id="{3FB559BE-7622-CD0A-6260-590E60E12C58}"/>
              </a:ext>
            </a:extLst>
          </p:cNvPr>
          <p:cNvSpPr/>
          <p:nvPr/>
        </p:nvSpPr>
        <p:spPr bwMode="auto">
          <a:xfrm>
            <a:off x="3725795" y="19594955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60" name="Picture 36" descr="Docker Desktop - Download and install on Windows | Microsoft Store">
            <a:extLst>
              <a:ext uri="{FF2B5EF4-FFF2-40B4-BE49-F238E27FC236}">
                <a16:creationId xmlns:a16="http://schemas.microsoft.com/office/drawing/2014/main" id="{51318625-3B83-0848-4B24-315922909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922" y="19718442"/>
            <a:ext cx="919667" cy="91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90" name="Oval 5989">
            <a:extLst>
              <a:ext uri="{FF2B5EF4-FFF2-40B4-BE49-F238E27FC236}">
                <a16:creationId xmlns:a16="http://schemas.microsoft.com/office/drawing/2014/main" id="{BF5420C5-CC7F-9047-2937-E69AE60DD915}"/>
              </a:ext>
            </a:extLst>
          </p:cNvPr>
          <p:cNvSpPr/>
          <p:nvPr/>
        </p:nvSpPr>
        <p:spPr bwMode="auto">
          <a:xfrm>
            <a:off x="5121091" y="19612346"/>
            <a:ext cx="1192589" cy="1192589"/>
          </a:xfrm>
          <a:prstGeom prst="ellipse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pic>
        <p:nvPicPr>
          <p:cNvPr id="1062" name="Picture 38" descr="Nginx – MyQNAP">
            <a:extLst>
              <a:ext uri="{FF2B5EF4-FFF2-40B4-BE49-F238E27FC236}">
                <a16:creationId xmlns:a16="http://schemas.microsoft.com/office/drawing/2014/main" id="{19D33CE7-C511-660E-29A8-4496DDEC3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420" y="19760506"/>
            <a:ext cx="906561" cy="90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92" name="Picture 5991">
            <a:extLst>
              <a:ext uri="{FF2B5EF4-FFF2-40B4-BE49-F238E27FC236}">
                <a16:creationId xmlns:a16="http://schemas.microsoft.com/office/drawing/2014/main" id="{35912063-B7EA-1967-1C38-F9742C5E2F6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9580" y="22518945"/>
            <a:ext cx="3164964" cy="37920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994" name="TextBox 5993">
            <a:extLst>
              <a:ext uri="{FF2B5EF4-FFF2-40B4-BE49-F238E27FC236}">
                <a16:creationId xmlns:a16="http://schemas.microsoft.com/office/drawing/2014/main" id="{56A09EFC-5C17-35EC-1CA1-4E77158781DF}"/>
              </a:ext>
            </a:extLst>
          </p:cNvPr>
          <p:cNvSpPr txBox="1"/>
          <p:nvPr/>
        </p:nvSpPr>
        <p:spPr>
          <a:xfrm>
            <a:off x="2408646" y="21819454"/>
            <a:ext cx="781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600" b="1" dirty="0">
                <a:solidFill>
                  <a:schemeClr val="bg1"/>
                </a:solidFill>
              </a:rPr>
              <a:t>User Driven AI Quiz Configuration</a:t>
            </a:r>
          </a:p>
        </p:txBody>
      </p:sp>
      <p:sp>
        <p:nvSpPr>
          <p:cNvPr id="5995" name="TextBox 5994">
            <a:extLst>
              <a:ext uri="{FF2B5EF4-FFF2-40B4-BE49-F238E27FC236}">
                <a16:creationId xmlns:a16="http://schemas.microsoft.com/office/drawing/2014/main" id="{07D96AD4-0807-B8E2-36EF-2C92DE812883}"/>
              </a:ext>
            </a:extLst>
          </p:cNvPr>
          <p:cNvSpPr txBox="1"/>
          <p:nvPr/>
        </p:nvSpPr>
        <p:spPr>
          <a:xfrm>
            <a:off x="4539080" y="22936704"/>
            <a:ext cx="53744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3600" dirty="0">
                <a:solidFill>
                  <a:srgbClr val="FF9500"/>
                </a:solidFill>
              </a:rPr>
              <a:t>MCQ</a:t>
            </a:r>
            <a:r>
              <a:rPr lang="en-IE" sz="3600" dirty="0">
                <a:solidFill>
                  <a:schemeClr val="bg1"/>
                </a:solidFill>
              </a:rPr>
              <a:t> + </a:t>
            </a:r>
            <a:r>
              <a:rPr lang="en-IE" sz="3600" dirty="0">
                <a:solidFill>
                  <a:srgbClr val="FF9500"/>
                </a:solidFill>
              </a:rPr>
              <a:t>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3600" dirty="0">
                <a:solidFill>
                  <a:schemeClr val="bg1"/>
                </a:solidFill>
              </a:rPr>
              <a:t>AI Models: </a:t>
            </a:r>
            <a:r>
              <a:rPr lang="en-IE" sz="3600" dirty="0">
                <a:solidFill>
                  <a:srgbClr val="FF9500"/>
                </a:solidFill>
              </a:rPr>
              <a:t>GPT-4o, Llama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3600" dirty="0">
                <a:solidFill>
                  <a:schemeClr val="bg1"/>
                </a:solidFill>
              </a:rPr>
              <a:t>Question Limit: </a:t>
            </a:r>
            <a:r>
              <a:rPr lang="en-IE" sz="3600" dirty="0">
                <a:solidFill>
                  <a:srgbClr val="FF9500"/>
                </a:solidFill>
              </a:rPr>
              <a:t>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3600" dirty="0">
                <a:solidFill>
                  <a:srgbClr val="FF9500"/>
                </a:solidFill>
              </a:rPr>
              <a:t>Topic</a:t>
            </a:r>
            <a:r>
              <a:rPr lang="en-IE" sz="3600" dirty="0">
                <a:solidFill>
                  <a:schemeClr val="bg1"/>
                </a:solidFill>
              </a:rPr>
              <a:t> Prompt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3600" dirty="0">
                <a:solidFill>
                  <a:schemeClr val="bg1"/>
                </a:solidFill>
              </a:rPr>
              <a:t>Generate on </a:t>
            </a:r>
            <a:r>
              <a:rPr lang="en-IE" sz="3600" dirty="0">
                <a:solidFill>
                  <a:srgbClr val="FF9500"/>
                </a:solidFill>
              </a:rPr>
              <a:t>Submit</a:t>
            </a:r>
          </a:p>
        </p:txBody>
      </p:sp>
      <p:cxnSp>
        <p:nvCxnSpPr>
          <p:cNvPr id="5999" name="Straight Connector 5998">
            <a:extLst>
              <a:ext uri="{FF2B5EF4-FFF2-40B4-BE49-F238E27FC236}">
                <a16:creationId xmlns:a16="http://schemas.microsoft.com/office/drawing/2014/main" id="{FC3FB228-A7F4-F1AC-51FA-F47CCDB3A61E}"/>
              </a:ext>
            </a:extLst>
          </p:cNvPr>
          <p:cNvCxnSpPr>
            <a:cxnSpLocks/>
          </p:cNvCxnSpPr>
          <p:nvPr/>
        </p:nvCxnSpPr>
        <p:spPr bwMode="auto">
          <a:xfrm>
            <a:off x="938281" y="26528843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24" name="TextBox 1023">
            <a:extLst>
              <a:ext uri="{FF2B5EF4-FFF2-40B4-BE49-F238E27FC236}">
                <a16:creationId xmlns:a16="http://schemas.microsoft.com/office/drawing/2014/main" id="{568E94FE-1AAC-A464-8164-EB6200999176}"/>
              </a:ext>
            </a:extLst>
          </p:cNvPr>
          <p:cNvSpPr txBox="1"/>
          <p:nvPr/>
        </p:nvSpPr>
        <p:spPr>
          <a:xfrm>
            <a:off x="2233074" y="26734748"/>
            <a:ext cx="6814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4400" b="1" dirty="0">
                <a:solidFill>
                  <a:schemeClr val="bg1"/>
                </a:solidFill>
              </a:rPr>
              <a:t>Coding Sandbox Interface</a:t>
            </a:r>
          </a:p>
        </p:txBody>
      </p: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1B9F1726-6669-7D5D-A841-83FF9AA60591}"/>
              </a:ext>
            </a:extLst>
          </p:cNvPr>
          <p:cNvCxnSpPr>
            <a:cxnSpLocks/>
          </p:cNvCxnSpPr>
          <p:nvPr/>
        </p:nvCxnSpPr>
        <p:spPr bwMode="auto">
          <a:xfrm>
            <a:off x="1021210" y="35919942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BADC7FB5-361A-3A69-5A6B-6841DA7AA26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4834" y="27707637"/>
            <a:ext cx="8835367" cy="38274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59CE637E-DEEA-C4A1-A5F7-F1CD03E2978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00226" y="36890592"/>
            <a:ext cx="5880829" cy="28200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B415083F-6D42-CDD5-78F1-5B85578F3463}"/>
              </a:ext>
            </a:extLst>
          </p:cNvPr>
          <p:cNvSpPr txBox="1"/>
          <p:nvPr/>
        </p:nvSpPr>
        <p:spPr>
          <a:xfrm>
            <a:off x="2484723" y="36093697"/>
            <a:ext cx="5272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4400" b="1" dirty="0">
                <a:solidFill>
                  <a:schemeClr val="bg1"/>
                </a:solidFill>
              </a:rPr>
              <a:t>MCQ Interface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18CBB395-3030-966E-715C-EA3C3F1E43CE}"/>
              </a:ext>
            </a:extLst>
          </p:cNvPr>
          <p:cNvSpPr txBox="1"/>
          <p:nvPr/>
        </p:nvSpPr>
        <p:spPr>
          <a:xfrm>
            <a:off x="1593081" y="39883158"/>
            <a:ext cx="83374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FF9500"/>
                </a:solidFill>
              </a:rPr>
              <a:t>ML predicted difficulty </a:t>
            </a:r>
            <a:r>
              <a:rPr lang="en-GB" sz="3600" dirty="0">
                <a:solidFill>
                  <a:schemeClr val="bg1"/>
                </a:solidFill>
              </a:rPr>
              <a:t>badge per question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FF9500"/>
                </a:solidFill>
              </a:rPr>
              <a:t>Four answer options </a:t>
            </a:r>
            <a:r>
              <a:rPr lang="en-GB" sz="3600" dirty="0">
                <a:solidFill>
                  <a:schemeClr val="bg1"/>
                </a:solidFill>
              </a:rPr>
              <a:t>A, B, C, D buttons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3600" dirty="0">
                <a:solidFill>
                  <a:schemeClr val="bg1"/>
                </a:solidFill>
              </a:rPr>
              <a:t>Question </a:t>
            </a:r>
            <a:r>
              <a:rPr lang="en-IE" sz="3600" dirty="0">
                <a:solidFill>
                  <a:srgbClr val="FF9500"/>
                </a:solidFill>
              </a:rPr>
              <a:t>progress tracker</a:t>
            </a:r>
          </a:p>
        </p:txBody>
      </p:sp>
      <p:sp>
        <p:nvSpPr>
          <p:cNvPr id="1035" name="Header_6023">
            <a:extLst>
              <a:ext uri="{FF2B5EF4-FFF2-40B4-BE49-F238E27FC236}">
                <a16:creationId xmlns:a16="http://schemas.microsoft.com/office/drawing/2014/main" id="{65C2F1A5-1869-9945-6E8D-8F5DFFFB3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6909" y="6245352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IE" sz="3600" b="1" dirty="0">
                <a:solidFill>
                  <a:schemeClr val="bg1"/>
                </a:solidFill>
              </a:rPr>
              <a:t>Performance Tracking and Statistics</a:t>
            </a:r>
            <a:endParaRPr lang="en-GB" sz="3600" b="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038" name="Picture 1037">
            <a:extLst>
              <a:ext uri="{FF2B5EF4-FFF2-40B4-BE49-F238E27FC236}">
                <a16:creationId xmlns:a16="http://schemas.microsoft.com/office/drawing/2014/main" id="{E440F8B7-7C85-67E1-98AE-8C58D2327A7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48499" y="7022592"/>
            <a:ext cx="3631185" cy="36620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40" name="Picture 1039">
            <a:extLst>
              <a:ext uri="{FF2B5EF4-FFF2-40B4-BE49-F238E27FC236}">
                <a16:creationId xmlns:a16="http://schemas.microsoft.com/office/drawing/2014/main" id="{38CE443F-3B44-5FE6-3B1F-86C71B820B5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508732" y="7080110"/>
            <a:ext cx="5071398" cy="3604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B1FDBBCA-6CEB-EBC0-77B9-E886703C11CD}"/>
              </a:ext>
            </a:extLst>
          </p:cNvPr>
          <p:cNvCxnSpPr>
            <a:cxnSpLocks/>
          </p:cNvCxnSpPr>
          <p:nvPr/>
        </p:nvCxnSpPr>
        <p:spPr bwMode="auto">
          <a:xfrm>
            <a:off x="10803597" y="10867912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44" name="Picture 1043">
            <a:extLst>
              <a:ext uri="{FF2B5EF4-FFF2-40B4-BE49-F238E27FC236}">
                <a16:creationId xmlns:a16="http://schemas.microsoft.com/office/drawing/2014/main" id="{EEDD003F-B010-4CCC-CA73-FADF0111ED6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81860" y="11844591"/>
            <a:ext cx="1443780" cy="1443780"/>
          </a:xfrm>
          <a:prstGeom prst="rect">
            <a:avLst/>
          </a:prstGeom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FA7374D9-8DA3-1CD9-DFD2-5706A397364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109991" y="11773365"/>
            <a:ext cx="1596837" cy="1596837"/>
          </a:xfrm>
          <a:prstGeom prst="rect">
            <a:avLst/>
          </a:prstGeom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AF1ABFEF-B0AF-3B13-3B35-99A24C9F815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275454" y="11702931"/>
            <a:ext cx="1749755" cy="1749755"/>
          </a:xfrm>
          <a:prstGeom prst="rect">
            <a:avLst/>
          </a:prstGeom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DF24530A-6C50-DB1E-50F1-BE5AB962AE6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570330" y="11793132"/>
            <a:ext cx="1618878" cy="1618878"/>
          </a:xfrm>
          <a:prstGeom prst="rect">
            <a:avLst/>
          </a:prstGeom>
        </p:spPr>
      </p:pic>
      <p:sp>
        <p:nvSpPr>
          <p:cNvPr id="1057" name="TextBox 1056">
            <a:extLst>
              <a:ext uri="{FF2B5EF4-FFF2-40B4-BE49-F238E27FC236}">
                <a16:creationId xmlns:a16="http://schemas.microsoft.com/office/drawing/2014/main" id="{060F2F0E-840E-F540-8A18-39D7B13D2FF0}"/>
              </a:ext>
            </a:extLst>
          </p:cNvPr>
          <p:cNvSpPr txBox="1"/>
          <p:nvPr/>
        </p:nvSpPr>
        <p:spPr>
          <a:xfrm>
            <a:off x="13356438" y="11038045"/>
            <a:ext cx="36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App Tracks User …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3B046C2E-CF6A-2C9D-A983-3BBE89D9FAA6}"/>
              </a:ext>
            </a:extLst>
          </p:cNvPr>
          <p:cNvSpPr txBox="1"/>
          <p:nvPr/>
        </p:nvSpPr>
        <p:spPr>
          <a:xfrm>
            <a:off x="9850201" y="13464698"/>
            <a:ext cx="36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Strongest</a:t>
            </a:r>
          </a:p>
          <a:p>
            <a:pPr algn="ctr"/>
            <a:r>
              <a:rPr lang="en-IE" b="1" dirty="0">
                <a:solidFill>
                  <a:schemeClr val="bg1"/>
                </a:solidFill>
              </a:rPr>
              <a:t>Topics 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60982C54-73F2-45D0-C590-74A5F376691E}"/>
              </a:ext>
            </a:extLst>
          </p:cNvPr>
          <p:cNvSpPr txBox="1"/>
          <p:nvPr/>
        </p:nvSpPr>
        <p:spPr>
          <a:xfrm>
            <a:off x="12105352" y="13604395"/>
            <a:ext cx="36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Accuracy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8B61D59E-AF16-5812-B977-6FB0F48605B5}"/>
              </a:ext>
            </a:extLst>
          </p:cNvPr>
          <p:cNvSpPr txBox="1"/>
          <p:nvPr/>
        </p:nvSpPr>
        <p:spPr>
          <a:xfrm>
            <a:off x="14339380" y="13604395"/>
            <a:ext cx="36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History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E2B2D562-5A0C-D274-302C-F412C863ECEA}"/>
              </a:ext>
            </a:extLst>
          </p:cNvPr>
          <p:cNvSpPr txBox="1"/>
          <p:nvPr/>
        </p:nvSpPr>
        <p:spPr>
          <a:xfrm>
            <a:off x="16566905" y="13492422"/>
            <a:ext cx="36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chemeClr val="bg1"/>
                </a:solidFill>
              </a:rPr>
              <a:t>Programming</a:t>
            </a:r>
          </a:p>
          <a:p>
            <a:pPr algn="ctr"/>
            <a:r>
              <a:rPr lang="en-IE" b="1" dirty="0">
                <a:solidFill>
                  <a:schemeClr val="bg1"/>
                </a:solidFill>
              </a:rPr>
              <a:t>Preferences</a:t>
            </a:r>
          </a:p>
        </p:txBody>
      </p:sp>
      <p:pic>
        <p:nvPicPr>
          <p:cNvPr id="1067" name="Picture 1066">
            <a:extLst>
              <a:ext uri="{FF2B5EF4-FFF2-40B4-BE49-F238E27FC236}">
                <a16:creationId xmlns:a16="http://schemas.microsoft.com/office/drawing/2014/main" id="{0D77E244-B6C8-3800-3CBF-E0DE2753D8E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53282" y="15657610"/>
            <a:ext cx="4242187" cy="62239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69" name="Picture 1068">
            <a:extLst>
              <a:ext uri="{FF2B5EF4-FFF2-40B4-BE49-F238E27FC236}">
                <a16:creationId xmlns:a16="http://schemas.microsoft.com/office/drawing/2014/main" id="{15893BD0-78CF-F7AC-BD49-6B9A0E9041E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03597" y="22582566"/>
            <a:ext cx="4242187" cy="31802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C8F925F4-815B-76E2-3A74-A1D316C72F90}"/>
              </a:ext>
            </a:extLst>
          </p:cNvPr>
          <p:cNvCxnSpPr>
            <a:cxnSpLocks/>
          </p:cNvCxnSpPr>
          <p:nvPr/>
        </p:nvCxnSpPr>
        <p:spPr bwMode="auto">
          <a:xfrm>
            <a:off x="10803597" y="22227032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72" name="Picture 1071">
            <a:extLst>
              <a:ext uri="{FF2B5EF4-FFF2-40B4-BE49-F238E27FC236}">
                <a16:creationId xmlns:a16="http://schemas.microsoft.com/office/drawing/2014/main" id="{35014C42-645C-7A05-DA4C-4F95C36295D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528194" y="15586949"/>
            <a:ext cx="1464346" cy="1464346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51F219D6-EA14-F618-8C9D-4A40DC2B681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7981317" y="17340933"/>
            <a:ext cx="1420844" cy="1420844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AB9E2C75-DDF8-10A4-A2AA-995A9BBEC46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454519" y="18896993"/>
            <a:ext cx="1654903" cy="1654903"/>
          </a:xfrm>
          <a:prstGeom prst="rect">
            <a:avLst/>
          </a:prstGeom>
        </p:spPr>
      </p:pic>
      <p:sp>
        <p:nvSpPr>
          <p:cNvPr id="1078" name="TextBox 1077">
            <a:extLst>
              <a:ext uri="{FF2B5EF4-FFF2-40B4-BE49-F238E27FC236}">
                <a16:creationId xmlns:a16="http://schemas.microsoft.com/office/drawing/2014/main" id="{4315D8A9-5731-C654-2AD9-605733B16FB6}"/>
              </a:ext>
            </a:extLst>
          </p:cNvPr>
          <p:cNvSpPr txBox="1"/>
          <p:nvPr/>
        </p:nvSpPr>
        <p:spPr>
          <a:xfrm>
            <a:off x="17109422" y="15608556"/>
            <a:ext cx="19594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chemeClr val="bg1"/>
                </a:solidFill>
              </a:rPr>
              <a:t>Personal user accounts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CFABCE5F-9D7E-6AF3-B5CF-59E2F3621AEF}"/>
              </a:ext>
            </a:extLst>
          </p:cNvPr>
          <p:cNvSpPr txBox="1"/>
          <p:nvPr/>
        </p:nvSpPr>
        <p:spPr>
          <a:xfrm>
            <a:off x="15147494" y="17302875"/>
            <a:ext cx="28963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E" sz="2800" b="1" dirty="0">
                <a:solidFill>
                  <a:schemeClr val="bg1"/>
                </a:solidFill>
              </a:rPr>
              <a:t>Persistent User-Specific </a:t>
            </a:r>
          </a:p>
          <a:p>
            <a:pPr algn="r"/>
            <a:r>
              <a:rPr lang="en-IE" sz="2800" b="1" dirty="0">
                <a:solidFill>
                  <a:schemeClr val="bg1"/>
                </a:solidFill>
              </a:rPr>
              <a:t>Data Displayed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D062A969-B551-94D9-2694-77E6D39EF31C}"/>
              </a:ext>
            </a:extLst>
          </p:cNvPr>
          <p:cNvSpPr txBox="1"/>
          <p:nvPr/>
        </p:nvSpPr>
        <p:spPr>
          <a:xfrm>
            <a:off x="17177344" y="19258897"/>
            <a:ext cx="2438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chemeClr val="bg1"/>
                </a:solidFill>
              </a:rPr>
              <a:t>User Account Customisation</a:t>
            </a:r>
          </a:p>
        </p:txBody>
      </p:sp>
      <p:pic>
        <p:nvPicPr>
          <p:cNvPr id="1082" name="Picture 1081">
            <a:extLst>
              <a:ext uri="{FF2B5EF4-FFF2-40B4-BE49-F238E27FC236}">
                <a16:creationId xmlns:a16="http://schemas.microsoft.com/office/drawing/2014/main" id="{BE54CFD0-D11A-C65B-5109-CEDA9ECD173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570330" y="20429316"/>
            <a:ext cx="1452276" cy="1452276"/>
          </a:xfrm>
          <a:prstGeom prst="rect">
            <a:avLst/>
          </a:prstGeom>
        </p:spPr>
      </p:pic>
      <p:sp>
        <p:nvSpPr>
          <p:cNvPr id="1083" name="TextBox 1082">
            <a:extLst>
              <a:ext uri="{FF2B5EF4-FFF2-40B4-BE49-F238E27FC236}">
                <a16:creationId xmlns:a16="http://schemas.microsoft.com/office/drawing/2014/main" id="{FD879731-9C14-20DA-30B8-68A10318EC59}"/>
              </a:ext>
            </a:extLst>
          </p:cNvPr>
          <p:cNvSpPr txBox="1"/>
          <p:nvPr/>
        </p:nvSpPr>
        <p:spPr>
          <a:xfrm>
            <a:off x="15075080" y="20882085"/>
            <a:ext cx="25743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E" sz="2800" b="1" dirty="0">
                <a:solidFill>
                  <a:schemeClr val="bg1"/>
                </a:solidFill>
              </a:rPr>
              <a:t>Level &amp; Current</a:t>
            </a:r>
          </a:p>
          <a:p>
            <a:pPr algn="r"/>
            <a:r>
              <a:rPr lang="en-IE" sz="2800" b="1" dirty="0">
                <a:solidFill>
                  <a:schemeClr val="bg1"/>
                </a:solidFill>
              </a:rPr>
              <a:t>XP Visible</a:t>
            </a:r>
          </a:p>
        </p:txBody>
      </p:sp>
      <p:pic>
        <p:nvPicPr>
          <p:cNvPr id="1086" name="Picture 1085">
            <a:extLst>
              <a:ext uri="{FF2B5EF4-FFF2-40B4-BE49-F238E27FC236}">
                <a16:creationId xmlns:a16="http://schemas.microsoft.com/office/drawing/2014/main" id="{B664ABEC-8683-983C-2CF1-7327632F39E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496409" y="23282366"/>
            <a:ext cx="1496131" cy="1496131"/>
          </a:xfrm>
          <a:prstGeom prst="rect">
            <a:avLst/>
          </a:prstGeom>
        </p:spPr>
      </p:pic>
      <p:sp>
        <p:nvSpPr>
          <p:cNvPr id="1087" name="TextBox 1086">
            <a:extLst>
              <a:ext uri="{FF2B5EF4-FFF2-40B4-BE49-F238E27FC236}">
                <a16:creationId xmlns:a16="http://schemas.microsoft.com/office/drawing/2014/main" id="{4DABDB36-22EF-5810-CA5D-605E8EBF8139}"/>
              </a:ext>
            </a:extLst>
          </p:cNvPr>
          <p:cNvSpPr txBox="1"/>
          <p:nvPr/>
        </p:nvSpPr>
        <p:spPr>
          <a:xfrm>
            <a:off x="17173012" y="23503415"/>
            <a:ext cx="26086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b="1" dirty="0">
                <a:solidFill>
                  <a:schemeClr val="bg1"/>
                </a:solidFill>
              </a:rPr>
              <a:t>Add Friends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b="1" dirty="0">
                <a:solidFill>
                  <a:schemeClr val="bg1"/>
                </a:solidFill>
              </a:rPr>
              <a:t>View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b="1" dirty="0">
                <a:solidFill>
                  <a:schemeClr val="bg1"/>
                </a:solidFill>
              </a:rPr>
              <a:t>Search Users</a:t>
            </a:r>
          </a:p>
        </p:txBody>
      </p:sp>
      <p:pic>
        <p:nvPicPr>
          <p:cNvPr id="5124" name="Picture 5123">
            <a:extLst>
              <a:ext uri="{FF2B5EF4-FFF2-40B4-BE49-F238E27FC236}">
                <a16:creationId xmlns:a16="http://schemas.microsoft.com/office/drawing/2014/main" id="{615BCD64-558C-CF30-8964-EA6FC3DF159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6027279" y="27367597"/>
            <a:ext cx="3552852" cy="21945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126" name="Picture 5125">
            <a:extLst>
              <a:ext uri="{FF2B5EF4-FFF2-40B4-BE49-F238E27FC236}">
                <a16:creationId xmlns:a16="http://schemas.microsoft.com/office/drawing/2014/main" id="{89CBC64B-6564-82F3-D848-E0F503564B30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753282" y="27827044"/>
            <a:ext cx="1562477" cy="1562477"/>
          </a:xfrm>
          <a:prstGeom prst="rect">
            <a:avLst/>
          </a:prstGeom>
        </p:spPr>
      </p:pic>
      <p:sp>
        <p:nvSpPr>
          <p:cNvPr id="5127" name="TextBox 5126">
            <a:extLst>
              <a:ext uri="{FF2B5EF4-FFF2-40B4-BE49-F238E27FC236}">
                <a16:creationId xmlns:a16="http://schemas.microsoft.com/office/drawing/2014/main" id="{6363E486-A30E-5B15-C16A-C7055144C79D}"/>
              </a:ext>
            </a:extLst>
          </p:cNvPr>
          <p:cNvSpPr txBox="1"/>
          <p:nvPr/>
        </p:nvSpPr>
        <p:spPr>
          <a:xfrm>
            <a:off x="10648499" y="27172448"/>
            <a:ext cx="5378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chemeClr val="bg1"/>
                </a:solidFill>
              </a:rPr>
              <a:t>Training Data: IBM CodeNet Dataset</a:t>
            </a:r>
          </a:p>
        </p:txBody>
      </p:sp>
      <p:sp>
        <p:nvSpPr>
          <p:cNvPr id="5128" name="TextBox 5127">
            <a:extLst>
              <a:ext uri="{FF2B5EF4-FFF2-40B4-BE49-F238E27FC236}">
                <a16:creationId xmlns:a16="http://schemas.microsoft.com/office/drawing/2014/main" id="{13F75167-8348-6BF0-B182-5F330FAB7088}"/>
              </a:ext>
            </a:extLst>
          </p:cNvPr>
          <p:cNvSpPr txBox="1"/>
          <p:nvPr/>
        </p:nvSpPr>
        <p:spPr>
          <a:xfrm>
            <a:off x="12296307" y="27827044"/>
            <a:ext cx="35919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>
                <a:solidFill>
                  <a:srgbClr val="FF9500"/>
                </a:solidFill>
              </a:rPr>
              <a:t>4,000+ </a:t>
            </a:r>
            <a:r>
              <a:rPr lang="en-IE" sz="2800" dirty="0">
                <a:solidFill>
                  <a:schemeClr val="bg1"/>
                </a:solidFill>
              </a:rPr>
              <a:t>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>
                <a:solidFill>
                  <a:srgbClr val="FF9500"/>
                </a:solidFill>
              </a:rPr>
              <a:t>Acceptance rate </a:t>
            </a:r>
            <a:r>
              <a:rPr lang="en-IE" sz="2800" dirty="0">
                <a:solidFill>
                  <a:schemeClr val="bg1"/>
                </a:solidFill>
              </a:rPr>
              <a:t>→ </a:t>
            </a:r>
            <a:r>
              <a:rPr lang="en-IE" sz="2800" dirty="0">
                <a:solidFill>
                  <a:srgbClr val="FF9500"/>
                </a:solidFill>
              </a:rPr>
              <a:t>difficulty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>
                <a:solidFill>
                  <a:schemeClr val="bg1"/>
                </a:solidFill>
              </a:rPr>
              <a:t>Balanced </a:t>
            </a:r>
            <a:r>
              <a:rPr lang="en-IE" sz="2800" dirty="0">
                <a:solidFill>
                  <a:srgbClr val="FF9500"/>
                </a:solidFill>
              </a:rPr>
              <a:t>3 classes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6D18EB-6468-A264-4B67-CF708A627A06}"/>
              </a:ext>
            </a:extLst>
          </p:cNvPr>
          <p:cNvCxnSpPr>
            <a:cxnSpLocks/>
          </p:cNvCxnSpPr>
          <p:nvPr/>
        </p:nvCxnSpPr>
        <p:spPr bwMode="auto">
          <a:xfrm>
            <a:off x="10803597" y="29940982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EAC3A56-E461-ADF0-79DA-7FDF19C0B00B}"/>
              </a:ext>
            </a:extLst>
          </p:cNvPr>
          <p:cNvSpPr txBox="1"/>
          <p:nvPr/>
        </p:nvSpPr>
        <p:spPr>
          <a:xfrm>
            <a:off x="10761141" y="31439041"/>
            <a:ext cx="5378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chemeClr val="bg1"/>
                </a:solidFill>
              </a:rPr>
              <a:t>Features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A54498-7437-F69D-5696-67EF24E65AEC}"/>
              </a:ext>
            </a:extLst>
          </p:cNvPr>
          <p:cNvCxnSpPr>
            <a:cxnSpLocks/>
          </p:cNvCxnSpPr>
          <p:nvPr/>
        </p:nvCxnSpPr>
        <p:spPr bwMode="auto">
          <a:xfrm>
            <a:off x="10803597" y="33563413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733E55-5310-1862-E627-30E4F0577380}"/>
              </a:ext>
            </a:extLst>
          </p:cNvPr>
          <p:cNvSpPr txBox="1"/>
          <p:nvPr/>
        </p:nvSpPr>
        <p:spPr>
          <a:xfrm>
            <a:off x="10803597" y="34304748"/>
            <a:ext cx="5378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chemeClr val="bg1"/>
                </a:solidFill>
              </a:rPr>
              <a:t>Preprocessing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49860-922F-D14E-92B8-F664018CCBD3}"/>
              </a:ext>
            </a:extLst>
          </p:cNvPr>
          <p:cNvSpPr txBox="1"/>
          <p:nvPr/>
        </p:nvSpPr>
        <p:spPr>
          <a:xfrm>
            <a:off x="13109991" y="33730982"/>
            <a:ext cx="64871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Numeric branch: </a:t>
            </a:r>
            <a:r>
              <a:rPr lang="en-GB" sz="2800" dirty="0">
                <a:solidFill>
                  <a:schemeClr val="bg1"/>
                </a:solidFill>
              </a:rPr>
              <a:t>median imputation then standard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Text branch: FeatureUnion</a:t>
            </a:r>
            <a:r>
              <a:rPr lang="en-GB" sz="2800" dirty="0">
                <a:solidFill>
                  <a:schemeClr val="bg1"/>
                </a:solidFill>
              </a:rPr>
              <a:t> of word and char </a:t>
            </a:r>
            <a:r>
              <a:rPr lang="en-GB" sz="2800" dirty="0">
                <a:solidFill>
                  <a:srgbClr val="FF9500"/>
                </a:solidFill>
              </a:rPr>
              <a:t>TF-IDF </a:t>
            </a:r>
            <a:r>
              <a:rPr lang="en-GB" sz="2800" dirty="0" err="1">
                <a:solidFill>
                  <a:srgbClr val="FF9500"/>
                </a:solidFill>
              </a:rPr>
              <a:t>vectorisers</a:t>
            </a:r>
            <a:endParaRPr lang="en-IE" sz="2800" dirty="0">
              <a:solidFill>
                <a:srgbClr val="FF950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804DB2-A151-6F1B-163A-396ADDDA70AB}"/>
              </a:ext>
            </a:extLst>
          </p:cNvPr>
          <p:cNvCxnSpPr>
            <a:cxnSpLocks/>
          </p:cNvCxnSpPr>
          <p:nvPr/>
        </p:nvCxnSpPr>
        <p:spPr bwMode="auto">
          <a:xfrm>
            <a:off x="10729236" y="35567656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6B20826-201C-54D3-A322-6BF83325EE02}"/>
              </a:ext>
            </a:extLst>
          </p:cNvPr>
          <p:cNvSpPr txBox="1"/>
          <p:nvPr/>
        </p:nvSpPr>
        <p:spPr>
          <a:xfrm>
            <a:off x="11188126" y="36367372"/>
            <a:ext cx="5378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68A210-2C8C-1198-0F4A-5B53BFCDA6EA}"/>
              </a:ext>
            </a:extLst>
          </p:cNvPr>
          <p:cNvSpPr/>
          <p:nvPr/>
        </p:nvSpPr>
        <p:spPr bwMode="auto">
          <a:xfrm>
            <a:off x="13074797" y="35919942"/>
            <a:ext cx="1632031" cy="1632031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7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60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B93902-8AC9-0CE1-E325-0EFE9BDABB56}"/>
              </a:ext>
            </a:extLst>
          </p:cNvPr>
          <p:cNvSpPr/>
          <p:nvPr/>
        </p:nvSpPr>
        <p:spPr bwMode="auto">
          <a:xfrm>
            <a:off x="15262716" y="35919942"/>
            <a:ext cx="1632031" cy="1632031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7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20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D2B359-4EE6-04EF-0439-673F1C5A8DFA}"/>
              </a:ext>
            </a:extLst>
          </p:cNvPr>
          <p:cNvSpPr/>
          <p:nvPr/>
        </p:nvSpPr>
        <p:spPr bwMode="auto">
          <a:xfrm>
            <a:off x="17436834" y="35919942"/>
            <a:ext cx="1632031" cy="1632031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7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20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CB1715-A08A-148F-D93E-4FB3417A866B}"/>
              </a:ext>
            </a:extLst>
          </p:cNvPr>
          <p:cNvSpPr txBox="1"/>
          <p:nvPr/>
        </p:nvSpPr>
        <p:spPr>
          <a:xfrm>
            <a:off x="13450531" y="37631430"/>
            <a:ext cx="787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bg1"/>
                </a:solidFill>
              </a:rPr>
              <a:t>Train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B45FDC-CB08-BDB8-FCA7-A571E2B85DFD}"/>
              </a:ext>
            </a:extLst>
          </p:cNvPr>
          <p:cNvSpPr txBox="1"/>
          <p:nvPr/>
        </p:nvSpPr>
        <p:spPr>
          <a:xfrm>
            <a:off x="15411753" y="37657320"/>
            <a:ext cx="1377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bg1"/>
                </a:solidFill>
              </a:rPr>
              <a:t>Validation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39D78A-16D5-F775-736F-7607AD3DC3EB}"/>
              </a:ext>
            </a:extLst>
          </p:cNvPr>
          <p:cNvSpPr txBox="1"/>
          <p:nvPr/>
        </p:nvSpPr>
        <p:spPr>
          <a:xfrm>
            <a:off x="17939710" y="37657320"/>
            <a:ext cx="685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A37232-BDC9-3DC0-9697-3A09DA6B655A}"/>
              </a:ext>
            </a:extLst>
          </p:cNvPr>
          <p:cNvSpPr txBox="1"/>
          <p:nvPr/>
        </p:nvSpPr>
        <p:spPr>
          <a:xfrm>
            <a:off x="10648499" y="38208956"/>
            <a:ext cx="9104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9500"/>
                </a:solidFill>
              </a:rPr>
              <a:t>7</a:t>
            </a:r>
            <a:r>
              <a:rPr lang="en-GB" dirty="0">
                <a:solidFill>
                  <a:schemeClr val="bg1"/>
                </a:solidFill>
              </a:rPr>
              <a:t> models benchmarked with </a:t>
            </a:r>
            <a:r>
              <a:rPr lang="en-GB" dirty="0">
                <a:solidFill>
                  <a:srgbClr val="FF9500"/>
                </a:solidFill>
              </a:rPr>
              <a:t>RandomizedSearchCV</a:t>
            </a:r>
            <a:r>
              <a:rPr lang="en-GB" dirty="0">
                <a:solidFill>
                  <a:schemeClr val="bg1"/>
                </a:solidFill>
              </a:rPr>
              <a:t>, </a:t>
            </a:r>
            <a:r>
              <a:rPr lang="en-GB" dirty="0">
                <a:solidFill>
                  <a:srgbClr val="FF9500"/>
                </a:solidFill>
              </a:rPr>
              <a:t>cv=5</a:t>
            </a:r>
            <a:r>
              <a:rPr lang="en-GB" dirty="0">
                <a:solidFill>
                  <a:schemeClr val="bg1"/>
                </a:solidFill>
              </a:rPr>
              <a:t>, scoring on </a:t>
            </a:r>
            <a:r>
              <a:rPr lang="en-GB" dirty="0">
                <a:solidFill>
                  <a:srgbClr val="FF9500"/>
                </a:solidFill>
              </a:rPr>
              <a:t>F1-macro</a:t>
            </a:r>
            <a:endParaRPr lang="en-IE" dirty="0">
              <a:solidFill>
                <a:srgbClr val="FF9500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C80C84C-8903-CC1C-42F1-EEA08BDF6DA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03597" y="38797845"/>
            <a:ext cx="5084687" cy="282482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32406DC-59F6-9258-0200-BD52AB2FDFA0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025209" y="39099165"/>
            <a:ext cx="1587520" cy="158752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8B1C199-60BD-E44A-8135-4FD9E3CA8FE5}"/>
              </a:ext>
            </a:extLst>
          </p:cNvPr>
          <p:cNvSpPr txBox="1"/>
          <p:nvPr/>
        </p:nvSpPr>
        <p:spPr>
          <a:xfrm>
            <a:off x="16976048" y="40744140"/>
            <a:ext cx="16241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3200" b="1" dirty="0">
                <a:solidFill>
                  <a:srgbClr val="FF9500"/>
                </a:solidFill>
              </a:rPr>
              <a:t>XGBoost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4AF3CD8-42B4-2CCA-E73C-4B3B8B7C601C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684155" y="7641213"/>
            <a:ext cx="1562477" cy="156247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E9D9EDE-EEB5-4A9C-ED1D-CA1D695AF96A}"/>
              </a:ext>
            </a:extLst>
          </p:cNvPr>
          <p:cNvSpPr txBox="1"/>
          <p:nvPr/>
        </p:nvSpPr>
        <p:spPr>
          <a:xfrm>
            <a:off x="20579166" y="6891762"/>
            <a:ext cx="5378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b="1" dirty="0">
                <a:solidFill>
                  <a:schemeClr val="bg1"/>
                </a:solidFill>
              </a:rPr>
              <a:t>Training Data: </a:t>
            </a:r>
            <a:r>
              <a:rPr lang="en-IE" sz="3200" b="1" dirty="0" err="1">
                <a:solidFill>
                  <a:schemeClr val="bg1"/>
                </a:solidFill>
              </a:rPr>
              <a:t>Leetcode</a:t>
            </a:r>
            <a:r>
              <a:rPr lang="en-IE" sz="3200" b="1" dirty="0">
                <a:solidFill>
                  <a:schemeClr val="bg1"/>
                </a:solidFill>
              </a:rPr>
              <a:t> Dataset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12BF04-74AC-B1E5-210F-E83851535910}"/>
              </a:ext>
            </a:extLst>
          </p:cNvPr>
          <p:cNvSpPr txBox="1"/>
          <p:nvPr/>
        </p:nvSpPr>
        <p:spPr>
          <a:xfrm>
            <a:off x="22418040" y="7452294"/>
            <a:ext cx="69682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 err="1">
                <a:solidFill>
                  <a:schemeClr val="bg1"/>
                </a:solidFill>
              </a:rPr>
              <a:t>LeetCode</a:t>
            </a:r>
            <a:r>
              <a:rPr lang="en-IE" sz="2800" dirty="0">
                <a:solidFill>
                  <a:schemeClr val="bg1"/>
                </a:solidFill>
              </a:rPr>
              <a:t> problem dataset, </a:t>
            </a:r>
            <a:r>
              <a:rPr lang="en-IE" sz="2800" dirty="0">
                <a:solidFill>
                  <a:srgbClr val="FF9500"/>
                </a:solidFill>
              </a:rPr>
              <a:t>title</a:t>
            </a:r>
            <a:r>
              <a:rPr lang="en-IE" sz="2800" dirty="0">
                <a:solidFill>
                  <a:schemeClr val="bg1"/>
                </a:solidFill>
              </a:rPr>
              <a:t> plus </a:t>
            </a:r>
            <a:r>
              <a:rPr lang="en-IE" sz="2800" dirty="0">
                <a:solidFill>
                  <a:srgbClr val="FF9500"/>
                </a:solidFill>
              </a:rPr>
              <a:t>problem</a:t>
            </a:r>
            <a:r>
              <a:rPr lang="en-IE" sz="2800" dirty="0">
                <a:solidFill>
                  <a:schemeClr val="bg1"/>
                </a:solidFill>
              </a:rPr>
              <a:t> </a:t>
            </a:r>
            <a:r>
              <a:rPr lang="en-IE" sz="2800" dirty="0">
                <a:solidFill>
                  <a:srgbClr val="FF9500"/>
                </a:solidFill>
              </a:rPr>
              <a:t>description</a:t>
            </a:r>
            <a:r>
              <a:rPr lang="en-IE" sz="2800" dirty="0">
                <a:solidFill>
                  <a:schemeClr val="bg1"/>
                </a:solidFill>
              </a:rPr>
              <a:t> plus topic tags per row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Tags appearing in fewer than 60 problems excluded, leaving </a:t>
            </a:r>
            <a:r>
              <a:rPr lang="en-GB" sz="2800" dirty="0">
                <a:solidFill>
                  <a:srgbClr val="FF9500"/>
                </a:solidFill>
              </a:rPr>
              <a:t>10 classes</a:t>
            </a:r>
            <a:endParaRPr lang="en-IE" sz="2800" dirty="0">
              <a:solidFill>
                <a:srgbClr val="FF950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DC503A0-E31E-9FF0-5FC9-6BC8645DFC20}"/>
              </a:ext>
            </a:extLst>
          </p:cNvPr>
          <p:cNvCxnSpPr>
            <a:cxnSpLocks/>
          </p:cNvCxnSpPr>
          <p:nvPr/>
        </p:nvCxnSpPr>
        <p:spPr bwMode="auto">
          <a:xfrm>
            <a:off x="20635759" y="9291290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A96D224-E94A-F23C-3A8F-52E84EC5D3BC}"/>
              </a:ext>
            </a:extLst>
          </p:cNvPr>
          <p:cNvSpPr/>
          <p:nvPr/>
        </p:nvSpPr>
        <p:spPr bwMode="auto">
          <a:xfrm>
            <a:off x="20401483" y="9455540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Array</a:t>
            </a: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D2DEB0-8BB2-090A-FB03-4D521F9742E2}"/>
              </a:ext>
            </a:extLst>
          </p:cNvPr>
          <p:cNvSpPr/>
          <p:nvPr/>
        </p:nvSpPr>
        <p:spPr bwMode="auto">
          <a:xfrm>
            <a:off x="21529243" y="9459742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E" sz="2800" dirty="0">
                <a:solidFill>
                  <a:schemeClr val="bg1"/>
                </a:solidFill>
                <a:latin typeface="Arial Narrow" charset="0"/>
              </a:rPr>
              <a:t>String</a:t>
            </a: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23814B-0FEB-2985-A574-C23D7EF46EE8}"/>
              </a:ext>
            </a:extLst>
          </p:cNvPr>
          <p:cNvSpPr/>
          <p:nvPr/>
        </p:nvSpPr>
        <p:spPr bwMode="auto">
          <a:xfrm>
            <a:off x="22657003" y="9459742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Math</a:t>
            </a: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ECE97B1-B180-CAAC-FC26-A6BD0BBBCADF}"/>
              </a:ext>
            </a:extLst>
          </p:cNvPr>
          <p:cNvSpPr/>
          <p:nvPr/>
        </p:nvSpPr>
        <p:spPr bwMode="auto">
          <a:xfrm>
            <a:off x="23778767" y="9466844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2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Hash Table</a:t>
            </a:r>
            <a:endParaRPr kumimoji="0" lang="en-IE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B267A8D-81AA-E361-27AC-12025DE34A36}"/>
              </a:ext>
            </a:extLst>
          </p:cNvPr>
          <p:cNvSpPr/>
          <p:nvPr/>
        </p:nvSpPr>
        <p:spPr bwMode="auto">
          <a:xfrm>
            <a:off x="24935383" y="9466844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Table</a:t>
            </a: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948A729-135E-AFA6-125E-F614AFE0BD2C}"/>
              </a:ext>
            </a:extLst>
          </p:cNvPr>
          <p:cNvSpPr/>
          <p:nvPr/>
        </p:nvSpPr>
        <p:spPr bwMode="auto">
          <a:xfrm>
            <a:off x="26070763" y="9466844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Dynamic Programming</a:t>
            </a:r>
            <a:endParaRPr kumimoji="0" lang="en-IE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7CFC3E-991B-9963-8497-74E280B5F2CE}"/>
              </a:ext>
            </a:extLst>
          </p:cNvPr>
          <p:cNvSpPr/>
          <p:nvPr/>
        </p:nvSpPr>
        <p:spPr bwMode="auto">
          <a:xfrm>
            <a:off x="27207767" y="9455540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Binary Search</a:t>
            </a:r>
            <a:endParaRPr kumimoji="0" lang="en-IE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5969" name="Rectangle 5968">
            <a:extLst>
              <a:ext uri="{FF2B5EF4-FFF2-40B4-BE49-F238E27FC236}">
                <a16:creationId xmlns:a16="http://schemas.microsoft.com/office/drawing/2014/main" id="{678DBDB7-D50A-C822-E646-6184D1878689}"/>
              </a:ext>
            </a:extLst>
          </p:cNvPr>
          <p:cNvSpPr/>
          <p:nvPr/>
        </p:nvSpPr>
        <p:spPr bwMode="auto">
          <a:xfrm>
            <a:off x="23778767" y="10065532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Graph</a:t>
            </a: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charset="0"/>
            </a:endParaRPr>
          </a:p>
        </p:txBody>
      </p:sp>
      <p:sp>
        <p:nvSpPr>
          <p:cNvPr id="5971" name="Rectangle 5970">
            <a:extLst>
              <a:ext uri="{FF2B5EF4-FFF2-40B4-BE49-F238E27FC236}">
                <a16:creationId xmlns:a16="http://schemas.microsoft.com/office/drawing/2014/main" id="{8E82FAE0-E23B-2DA9-60B3-645C76329AC3}"/>
              </a:ext>
            </a:extLst>
          </p:cNvPr>
          <p:cNvSpPr/>
          <p:nvPr/>
        </p:nvSpPr>
        <p:spPr bwMode="auto">
          <a:xfrm>
            <a:off x="24943638" y="10065532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Linked List</a:t>
            </a:r>
          </a:p>
        </p:txBody>
      </p:sp>
      <p:sp>
        <p:nvSpPr>
          <p:cNvPr id="5973" name="Rectangle 5972">
            <a:extLst>
              <a:ext uri="{FF2B5EF4-FFF2-40B4-BE49-F238E27FC236}">
                <a16:creationId xmlns:a16="http://schemas.microsoft.com/office/drawing/2014/main" id="{51F712F5-4AB2-7B36-D0C1-FDBABAC0BD55}"/>
              </a:ext>
            </a:extLst>
          </p:cNvPr>
          <p:cNvSpPr/>
          <p:nvPr/>
        </p:nvSpPr>
        <p:spPr bwMode="auto">
          <a:xfrm>
            <a:off x="28348306" y="9455540"/>
            <a:ext cx="1037944" cy="523220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Recursion</a:t>
            </a:r>
          </a:p>
        </p:txBody>
      </p:sp>
      <p:cxnSp>
        <p:nvCxnSpPr>
          <p:cNvPr id="5981" name="Straight Connector 5980">
            <a:extLst>
              <a:ext uri="{FF2B5EF4-FFF2-40B4-BE49-F238E27FC236}">
                <a16:creationId xmlns:a16="http://schemas.microsoft.com/office/drawing/2014/main" id="{3F601860-9D8F-3B51-6D44-228F2F8D4A0B}"/>
              </a:ext>
            </a:extLst>
          </p:cNvPr>
          <p:cNvCxnSpPr>
            <a:cxnSpLocks/>
          </p:cNvCxnSpPr>
          <p:nvPr/>
        </p:nvCxnSpPr>
        <p:spPr bwMode="auto">
          <a:xfrm>
            <a:off x="20620018" y="10793909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84" name="TextBox 5983">
            <a:extLst>
              <a:ext uri="{FF2B5EF4-FFF2-40B4-BE49-F238E27FC236}">
                <a16:creationId xmlns:a16="http://schemas.microsoft.com/office/drawing/2014/main" id="{CDCD6D2E-C023-ADF6-766B-C6653C49CDDA}"/>
              </a:ext>
            </a:extLst>
          </p:cNvPr>
          <p:cNvSpPr txBox="1"/>
          <p:nvPr/>
        </p:nvSpPr>
        <p:spPr>
          <a:xfrm>
            <a:off x="20486214" y="12066309"/>
            <a:ext cx="1760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3600" b="1" dirty="0">
                <a:solidFill>
                  <a:schemeClr val="bg1"/>
                </a:solidFill>
              </a:rPr>
              <a:t>Features</a:t>
            </a:r>
            <a:endParaRPr lang="en-IE" b="1" dirty="0">
              <a:solidFill>
                <a:schemeClr val="bg1"/>
              </a:solidFill>
            </a:endParaRPr>
          </a:p>
        </p:txBody>
      </p:sp>
      <p:graphicFrame>
        <p:nvGraphicFramePr>
          <p:cNvPr id="5991" name="Diagram 5990">
            <a:extLst>
              <a:ext uri="{FF2B5EF4-FFF2-40B4-BE49-F238E27FC236}">
                <a16:creationId xmlns:a16="http://schemas.microsoft.com/office/drawing/2014/main" id="{542C347D-A21C-0462-68D6-882A307F27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388585"/>
              </p:ext>
            </p:extLst>
          </p:nvPr>
        </p:nvGraphicFramePr>
        <p:xfrm>
          <a:off x="22567187" y="10714024"/>
          <a:ext cx="6736590" cy="3463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0" r:lo="rId41" r:qs="rId42" r:cs="rId43"/>
          </a:graphicData>
        </a:graphic>
      </p:graphicFrame>
      <p:cxnSp>
        <p:nvCxnSpPr>
          <p:cNvPr id="5993" name="Straight Connector 5992">
            <a:extLst>
              <a:ext uri="{FF2B5EF4-FFF2-40B4-BE49-F238E27FC236}">
                <a16:creationId xmlns:a16="http://schemas.microsoft.com/office/drawing/2014/main" id="{44EFE1E6-AC26-83D1-9B5C-E471E3542207}"/>
              </a:ext>
            </a:extLst>
          </p:cNvPr>
          <p:cNvCxnSpPr>
            <a:cxnSpLocks/>
          </p:cNvCxnSpPr>
          <p:nvPr/>
        </p:nvCxnSpPr>
        <p:spPr bwMode="auto">
          <a:xfrm>
            <a:off x="20635759" y="14181625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96" name="TextBox 5995">
            <a:extLst>
              <a:ext uri="{FF2B5EF4-FFF2-40B4-BE49-F238E27FC236}">
                <a16:creationId xmlns:a16="http://schemas.microsoft.com/office/drawing/2014/main" id="{D5FA7B73-BB6F-40BA-D570-15F63FDFD2CE}"/>
              </a:ext>
            </a:extLst>
          </p:cNvPr>
          <p:cNvSpPr txBox="1"/>
          <p:nvPr/>
        </p:nvSpPr>
        <p:spPr>
          <a:xfrm>
            <a:off x="20562711" y="15233791"/>
            <a:ext cx="2523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3200" b="1" dirty="0">
                <a:solidFill>
                  <a:schemeClr val="bg1"/>
                </a:solidFill>
              </a:rPr>
              <a:t>Preprocessing</a:t>
            </a:r>
          </a:p>
        </p:txBody>
      </p:sp>
      <p:sp>
        <p:nvSpPr>
          <p:cNvPr id="5997" name="TextBox 5996">
            <a:extLst>
              <a:ext uri="{FF2B5EF4-FFF2-40B4-BE49-F238E27FC236}">
                <a16:creationId xmlns:a16="http://schemas.microsoft.com/office/drawing/2014/main" id="{2885FAB5-73A4-3FC1-F00F-A5CC767F4505}"/>
              </a:ext>
            </a:extLst>
          </p:cNvPr>
          <p:cNvSpPr txBox="1"/>
          <p:nvPr/>
        </p:nvSpPr>
        <p:spPr>
          <a:xfrm>
            <a:off x="23088902" y="14657738"/>
            <a:ext cx="61644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FeatureUnion</a:t>
            </a:r>
            <a:r>
              <a:rPr lang="en-GB" sz="2800" dirty="0">
                <a:solidFill>
                  <a:schemeClr val="bg1"/>
                </a:solidFill>
              </a:rPr>
              <a:t> concatenates word and char TF-IDF outputs into one feature matrix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Sublinear TF </a:t>
            </a:r>
            <a:r>
              <a:rPr lang="en-GB" sz="2800" dirty="0">
                <a:solidFill>
                  <a:schemeClr val="bg1"/>
                </a:solidFill>
              </a:rPr>
              <a:t>scaling and English stop word removal applied to word vectoriser</a:t>
            </a:r>
            <a:endParaRPr lang="en-IE" sz="2800" dirty="0">
              <a:solidFill>
                <a:schemeClr val="bg1"/>
              </a:solidFill>
            </a:endParaRPr>
          </a:p>
        </p:txBody>
      </p:sp>
      <p:cxnSp>
        <p:nvCxnSpPr>
          <p:cNvPr id="5125" name="Straight Connector 5124">
            <a:extLst>
              <a:ext uri="{FF2B5EF4-FFF2-40B4-BE49-F238E27FC236}">
                <a16:creationId xmlns:a16="http://schemas.microsoft.com/office/drawing/2014/main" id="{1D8F54F0-A82D-7C72-7804-C8F776A8A937}"/>
              </a:ext>
            </a:extLst>
          </p:cNvPr>
          <p:cNvCxnSpPr>
            <a:cxnSpLocks/>
          </p:cNvCxnSpPr>
          <p:nvPr/>
        </p:nvCxnSpPr>
        <p:spPr bwMode="auto">
          <a:xfrm>
            <a:off x="20588106" y="16672437"/>
            <a:ext cx="86680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29" name="TextBox 5128">
            <a:extLst>
              <a:ext uri="{FF2B5EF4-FFF2-40B4-BE49-F238E27FC236}">
                <a16:creationId xmlns:a16="http://schemas.microsoft.com/office/drawing/2014/main" id="{1D934D7F-893F-2A8B-17A2-9A16376900AC}"/>
              </a:ext>
            </a:extLst>
          </p:cNvPr>
          <p:cNvSpPr txBox="1"/>
          <p:nvPr/>
        </p:nvSpPr>
        <p:spPr>
          <a:xfrm>
            <a:off x="21046996" y="17472153"/>
            <a:ext cx="5378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5130" name="Rectangle 5129">
            <a:extLst>
              <a:ext uri="{FF2B5EF4-FFF2-40B4-BE49-F238E27FC236}">
                <a16:creationId xmlns:a16="http://schemas.microsoft.com/office/drawing/2014/main" id="{4D6D5642-78F1-8D66-2005-122FA509FAB1}"/>
              </a:ext>
            </a:extLst>
          </p:cNvPr>
          <p:cNvSpPr/>
          <p:nvPr/>
        </p:nvSpPr>
        <p:spPr bwMode="auto">
          <a:xfrm>
            <a:off x="22933667" y="17024723"/>
            <a:ext cx="1632031" cy="1632031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7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60</a:t>
            </a: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1E17D362-99D3-3C51-E451-2849B1A3E8C3}"/>
              </a:ext>
            </a:extLst>
          </p:cNvPr>
          <p:cNvSpPr/>
          <p:nvPr/>
        </p:nvSpPr>
        <p:spPr bwMode="auto">
          <a:xfrm>
            <a:off x="25121586" y="17024723"/>
            <a:ext cx="1632031" cy="1632031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7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20</a:t>
            </a:r>
          </a:p>
        </p:txBody>
      </p:sp>
      <p:sp>
        <p:nvSpPr>
          <p:cNvPr id="5132" name="Rectangle 5131">
            <a:extLst>
              <a:ext uri="{FF2B5EF4-FFF2-40B4-BE49-F238E27FC236}">
                <a16:creationId xmlns:a16="http://schemas.microsoft.com/office/drawing/2014/main" id="{36FBB864-4617-6AEF-331E-5BDF21F212D5}"/>
              </a:ext>
            </a:extLst>
          </p:cNvPr>
          <p:cNvSpPr/>
          <p:nvPr/>
        </p:nvSpPr>
        <p:spPr bwMode="auto">
          <a:xfrm>
            <a:off x="27295704" y="17024723"/>
            <a:ext cx="1632031" cy="1632031"/>
          </a:xfrm>
          <a:prstGeom prst="rect">
            <a:avLst/>
          </a:prstGeom>
          <a:solidFill>
            <a:srgbClr val="262626"/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E" sz="7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charset="0"/>
              </a:rPr>
              <a:t>20</a:t>
            </a:r>
          </a:p>
        </p:txBody>
      </p:sp>
      <p:sp>
        <p:nvSpPr>
          <p:cNvPr id="5133" name="TextBox 5132">
            <a:extLst>
              <a:ext uri="{FF2B5EF4-FFF2-40B4-BE49-F238E27FC236}">
                <a16:creationId xmlns:a16="http://schemas.microsoft.com/office/drawing/2014/main" id="{A8CDED08-617A-DDF4-D9E0-05E4C6D6FE3A}"/>
              </a:ext>
            </a:extLst>
          </p:cNvPr>
          <p:cNvSpPr txBox="1"/>
          <p:nvPr/>
        </p:nvSpPr>
        <p:spPr>
          <a:xfrm>
            <a:off x="23309401" y="18736211"/>
            <a:ext cx="787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bg1"/>
                </a:solidFill>
              </a:rPr>
              <a:t>Train</a:t>
            </a:r>
          </a:p>
        </p:txBody>
      </p:sp>
      <p:sp>
        <p:nvSpPr>
          <p:cNvPr id="5134" name="TextBox 5133">
            <a:extLst>
              <a:ext uri="{FF2B5EF4-FFF2-40B4-BE49-F238E27FC236}">
                <a16:creationId xmlns:a16="http://schemas.microsoft.com/office/drawing/2014/main" id="{E1563A87-2711-5171-B44F-B826558E4095}"/>
              </a:ext>
            </a:extLst>
          </p:cNvPr>
          <p:cNvSpPr txBox="1"/>
          <p:nvPr/>
        </p:nvSpPr>
        <p:spPr>
          <a:xfrm>
            <a:off x="25270623" y="18762101"/>
            <a:ext cx="1377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bg1"/>
                </a:solidFill>
              </a:rPr>
              <a:t>Validation</a:t>
            </a:r>
          </a:p>
        </p:txBody>
      </p:sp>
      <p:sp>
        <p:nvSpPr>
          <p:cNvPr id="5135" name="TextBox 5134">
            <a:extLst>
              <a:ext uri="{FF2B5EF4-FFF2-40B4-BE49-F238E27FC236}">
                <a16:creationId xmlns:a16="http://schemas.microsoft.com/office/drawing/2014/main" id="{A9FD5E4A-E40A-80C0-98B8-7DCF90827208}"/>
              </a:ext>
            </a:extLst>
          </p:cNvPr>
          <p:cNvSpPr txBox="1"/>
          <p:nvPr/>
        </p:nvSpPr>
        <p:spPr>
          <a:xfrm>
            <a:off x="27798580" y="18762101"/>
            <a:ext cx="685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5136" name="TextBox 5135">
            <a:extLst>
              <a:ext uri="{FF2B5EF4-FFF2-40B4-BE49-F238E27FC236}">
                <a16:creationId xmlns:a16="http://schemas.microsoft.com/office/drawing/2014/main" id="{1F3B55B4-FC54-2A6C-040D-D6027D40B44E}"/>
              </a:ext>
            </a:extLst>
          </p:cNvPr>
          <p:cNvSpPr txBox="1"/>
          <p:nvPr/>
        </p:nvSpPr>
        <p:spPr>
          <a:xfrm>
            <a:off x="20567650" y="19432491"/>
            <a:ext cx="9201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All models wrapped in </a:t>
            </a:r>
            <a:r>
              <a:rPr lang="en-GB" sz="2800" dirty="0">
                <a:solidFill>
                  <a:srgbClr val="FF9500"/>
                </a:solidFill>
              </a:rPr>
              <a:t>OneVsRestClassifier</a:t>
            </a:r>
            <a:r>
              <a:rPr lang="en-GB" sz="2800" dirty="0">
                <a:solidFill>
                  <a:schemeClr val="bg1"/>
                </a:solidFill>
              </a:rPr>
              <a:t> for multi-label support</a:t>
            </a:r>
            <a:endParaRPr lang="en-IE" sz="2800" dirty="0">
              <a:solidFill>
                <a:schemeClr val="bg1"/>
              </a:solidFill>
            </a:endParaRPr>
          </a:p>
        </p:txBody>
      </p:sp>
      <p:pic>
        <p:nvPicPr>
          <p:cNvPr id="5138" name="Picture 5137">
            <a:extLst>
              <a:ext uri="{FF2B5EF4-FFF2-40B4-BE49-F238E27FC236}">
                <a16:creationId xmlns:a16="http://schemas.microsoft.com/office/drawing/2014/main" id="{4E02B0B1-384A-4664-54E2-42F520B89C1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0719709" y="20097530"/>
            <a:ext cx="5706066" cy="2853033"/>
          </a:xfrm>
          <a:prstGeom prst="rect">
            <a:avLst/>
          </a:prstGeom>
        </p:spPr>
      </p:pic>
      <p:pic>
        <p:nvPicPr>
          <p:cNvPr id="5139" name="Picture 5138">
            <a:extLst>
              <a:ext uri="{FF2B5EF4-FFF2-40B4-BE49-F238E27FC236}">
                <a16:creationId xmlns:a16="http://schemas.microsoft.com/office/drawing/2014/main" id="{65D607D9-3104-F5B6-46DF-769280EE6C5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7240477" y="20486992"/>
            <a:ext cx="1587520" cy="1587520"/>
          </a:xfrm>
          <a:prstGeom prst="rect">
            <a:avLst/>
          </a:prstGeom>
        </p:spPr>
      </p:pic>
      <p:sp>
        <p:nvSpPr>
          <p:cNvPr id="5140" name="TextBox 5139">
            <a:extLst>
              <a:ext uri="{FF2B5EF4-FFF2-40B4-BE49-F238E27FC236}">
                <a16:creationId xmlns:a16="http://schemas.microsoft.com/office/drawing/2014/main" id="{29833511-5DC8-DE57-D9C4-08F32A9E8098}"/>
              </a:ext>
            </a:extLst>
          </p:cNvPr>
          <p:cNvSpPr txBox="1"/>
          <p:nvPr/>
        </p:nvSpPr>
        <p:spPr>
          <a:xfrm>
            <a:off x="26806251" y="22074512"/>
            <a:ext cx="2523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3200" b="1" dirty="0">
                <a:solidFill>
                  <a:srgbClr val="FF9500"/>
                </a:solidFill>
              </a:rPr>
              <a:t>SGD Classifier</a:t>
            </a:r>
          </a:p>
        </p:txBody>
      </p:sp>
      <p:pic>
        <p:nvPicPr>
          <p:cNvPr id="5145" name="Picture 5144">
            <a:extLst>
              <a:ext uri="{FF2B5EF4-FFF2-40B4-BE49-F238E27FC236}">
                <a16:creationId xmlns:a16="http://schemas.microsoft.com/office/drawing/2014/main" id="{5B06E6C1-B979-0B94-A744-E346E0CE036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0733773" y="23095280"/>
            <a:ext cx="3906836" cy="3305784"/>
          </a:xfrm>
          <a:prstGeom prst="rect">
            <a:avLst/>
          </a:prstGeom>
        </p:spPr>
      </p:pic>
      <p:pic>
        <p:nvPicPr>
          <p:cNvPr id="5147" name="Picture 5146">
            <a:extLst>
              <a:ext uri="{FF2B5EF4-FFF2-40B4-BE49-F238E27FC236}">
                <a16:creationId xmlns:a16="http://schemas.microsoft.com/office/drawing/2014/main" id="{3FD4BDE9-604F-83E5-A3BF-47F6B2E99594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4744638" y="23095279"/>
            <a:ext cx="4641612" cy="3305783"/>
          </a:xfrm>
          <a:prstGeom prst="rect">
            <a:avLst/>
          </a:prstGeom>
        </p:spPr>
      </p:pic>
      <p:sp>
        <p:nvSpPr>
          <p:cNvPr id="5148" name="Header_6013">
            <a:extLst>
              <a:ext uri="{FF2B5EF4-FFF2-40B4-BE49-F238E27FC236}">
                <a16:creationId xmlns:a16="http://schemas.microsoft.com/office/drawing/2014/main" id="{2C6DF1FD-3E2C-73AB-56C9-1F815D0F7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4686" y="26734748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Future Work</a:t>
            </a:r>
          </a:p>
        </p:txBody>
      </p:sp>
      <p:graphicFrame>
        <p:nvGraphicFramePr>
          <p:cNvPr id="5149" name="Diagram 5148">
            <a:extLst>
              <a:ext uri="{FF2B5EF4-FFF2-40B4-BE49-F238E27FC236}">
                <a16:creationId xmlns:a16="http://schemas.microsoft.com/office/drawing/2014/main" id="{DD46D267-045A-6BAA-F031-13E251EC84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3634262"/>
              </p:ext>
            </p:extLst>
          </p:nvPr>
        </p:nvGraphicFramePr>
        <p:xfrm>
          <a:off x="20847739" y="26810985"/>
          <a:ext cx="8293454" cy="3183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8" r:lo="rId49" r:qs="rId50" r:cs="rId51"/>
          </a:graphicData>
        </a:graphic>
      </p:graphicFrame>
      <p:sp>
        <p:nvSpPr>
          <p:cNvPr id="5156" name="Header_6013">
            <a:extLst>
              <a:ext uri="{FF2B5EF4-FFF2-40B4-BE49-F238E27FC236}">
                <a16:creationId xmlns:a16="http://schemas.microsoft.com/office/drawing/2014/main" id="{C06323B6-301F-694D-E185-BFF3C3F5F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4686" y="29661144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graphicFrame>
        <p:nvGraphicFramePr>
          <p:cNvPr id="5157" name="Diagram 5156">
            <a:extLst>
              <a:ext uri="{FF2B5EF4-FFF2-40B4-BE49-F238E27FC236}">
                <a16:creationId xmlns:a16="http://schemas.microsoft.com/office/drawing/2014/main" id="{1A46813A-BED3-66F8-A732-DF83F92B0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539420"/>
              </p:ext>
            </p:extLst>
          </p:nvPr>
        </p:nvGraphicFramePr>
        <p:xfrm>
          <a:off x="18718091" y="31043144"/>
          <a:ext cx="12244339" cy="3480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3" r:lo="rId54" r:qs="rId55" r:cs="rId56"/>
          </a:graphicData>
        </a:graphic>
      </p:graphicFrame>
      <p:sp>
        <p:nvSpPr>
          <p:cNvPr id="5158" name="TextBox 5157">
            <a:extLst>
              <a:ext uri="{FF2B5EF4-FFF2-40B4-BE49-F238E27FC236}">
                <a16:creationId xmlns:a16="http://schemas.microsoft.com/office/drawing/2014/main" id="{D6471F9B-6259-71BC-14C8-52BEC7562DA8}"/>
              </a:ext>
            </a:extLst>
          </p:cNvPr>
          <p:cNvSpPr txBox="1"/>
          <p:nvPr/>
        </p:nvSpPr>
        <p:spPr>
          <a:xfrm flipH="1">
            <a:off x="23586489" y="30334385"/>
            <a:ext cx="2661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b="1" dirty="0">
                <a:solidFill>
                  <a:schemeClr val="bg1"/>
                </a:solidFill>
              </a:rPr>
              <a:t>Achieved:</a:t>
            </a:r>
            <a:endParaRPr lang="en-IE" sz="2000" b="1" dirty="0">
              <a:solidFill>
                <a:schemeClr val="bg1"/>
              </a:solidFill>
            </a:endParaRPr>
          </a:p>
        </p:txBody>
      </p:sp>
      <p:sp>
        <p:nvSpPr>
          <p:cNvPr id="5161" name="Header_6013">
            <a:extLst>
              <a:ext uri="{FF2B5EF4-FFF2-40B4-BE49-F238E27FC236}">
                <a16:creationId xmlns:a16="http://schemas.microsoft.com/office/drawing/2014/main" id="{B22302B1-769B-E3D1-4057-EC80FA528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703" y="34879493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5164" name="TextBox 5163">
            <a:extLst>
              <a:ext uri="{FF2B5EF4-FFF2-40B4-BE49-F238E27FC236}">
                <a16:creationId xmlns:a16="http://schemas.microsoft.com/office/drawing/2014/main" id="{9E675B0C-2921-BA99-6BDE-237F61FC5D67}"/>
              </a:ext>
            </a:extLst>
          </p:cNvPr>
          <p:cNvSpPr txBox="1"/>
          <p:nvPr/>
        </p:nvSpPr>
        <p:spPr>
          <a:xfrm>
            <a:off x="20486214" y="35672161"/>
            <a:ext cx="89603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IBM Research</a:t>
            </a:r>
            <a:r>
              <a:rPr lang="en-GB" sz="2800" dirty="0">
                <a:solidFill>
                  <a:schemeClr val="bg1"/>
                </a:solidFill>
              </a:rPr>
              <a:t>. </a:t>
            </a:r>
            <a:r>
              <a:rPr lang="en-GB" sz="2800" i="1" dirty="0">
                <a:solidFill>
                  <a:schemeClr val="bg1"/>
                </a:solidFill>
              </a:rPr>
              <a:t>Project CodeNet: A Large-Scale AI for Code Dataset.</a:t>
            </a:r>
            <a:r>
              <a:rPr lang="en-GB" sz="2800" dirty="0">
                <a:solidFill>
                  <a:schemeClr val="bg1"/>
                </a:solidFill>
              </a:rPr>
              <a:t>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OpenAI.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i="1" dirty="0">
                <a:solidFill>
                  <a:schemeClr val="bg1"/>
                </a:solidFill>
              </a:rPr>
              <a:t>GPT-4o-mini Technical Report.</a:t>
            </a:r>
            <a:r>
              <a:rPr lang="en-GB" sz="2800" dirty="0">
                <a:solidFill>
                  <a:schemeClr val="bg1"/>
                </a:solidFill>
              </a:rPr>
              <a:t> openai.com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>
                <a:solidFill>
                  <a:srgbClr val="FF9500"/>
                </a:solidFill>
              </a:rPr>
              <a:t>Meta AI. </a:t>
            </a:r>
            <a:r>
              <a:rPr lang="en-IE" sz="2800" i="1" dirty="0">
                <a:solidFill>
                  <a:schemeClr val="bg1"/>
                </a:solidFill>
              </a:rPr>
              <a:t>Llama 3.1: Open Foundation Models.</a:t>
            </a:r>
            <a:r>
              <a:rPr lang="en-IE" sz="2800" dirty="0">
                <a:solidFill>
                  <a:schemeClr val="bg1"/>
                </a:solidFill>
              </a:rPr>
              <a:t> ai.meta.com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Pedregosa et al</a:t>
            </a:r>
            <a:r>
              <a:rPr lang="en-GB" sz="2800" dirty="0">
                <a:solidFill>
                  <a:schemeClr val="bg1"/>
                </a:solidFill>
              </a:rPr>
              <a:t>. </a:t>
            </a:r>
            <a:r>
              <a:rPr lang="en-GB" sz="2800" i="1" dirty="0">
                <a:solidFill>
                  <a:schemeClr val="bg1"/>
                </a:solidFill>
              </a:rPr>
              <a:t>Scikit-learn: Machine Learning in Python.</a:t>
            </a:r>
            <a:r>
              <a:rPr lang="en-GB" sz="2800" dirty="0">
                <a:solidFill>
                  <a:schemeClr val="bg1"/>
                </a:solidFill>
              </a:rPr>
              <a:t> JMLR, 2011.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9500"/>
                </a:solidFill>
              </a:rPr>
              <a:t>Chen &amp; Guestrin.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i="1" dirty="0">
                <a:solidFill>
                  <a:schemeClr val="bg1"/>
                </a:solidFill>
              </a:rPr>
              <a:t>XGBoost: A Scalable Tree Boosting System.</a:t>
            </a:r>
            <a:r>
              <a:rPr lang="en-GB" sz="2800" dirty="0">
                <a:solidFill>
                  <a:schemeClr val="bg1"/>
                </a:solidFill>
              </a:rPr>
              <a:t> KDD, 2016.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>
                <a:solidFill>
                  <a:srgbClr val="FF9500"/>
                </a:solidFill>
              </a:rPr>
              <a:t>Microsoft.</a:t>
            </a:r>
            <a:r>
              <a:rPr lang="en-IE" sz="2800" dirty="0">
                <a:solidFill>
                  <a:schemeClr val="bg1"/>
                </a:solidFill>
              </a:rPr>
              <a:t> </a:t>
            </a:r>
            <a:r>
              <a:rPr lang="en-IE" sz="2800" i="1" dirty="0">
                <a:solidFill>
                  <a:schemeClr val="bg1"/>
                </a:solidFill>
              </a:rPr>
              <a:t>Monaco Editor.</a:t>
            </a:r>
            <a:r>
              <a:rPr lang="en-IE" sz="2800" dirty="0">
                <a:solidFill>
                  <a:schemeClr val="bg1"/>
                </a:solidFill>
              </a:rPr>
              <a:t> github.com/</a:t>
            </a:r>
            <a:r>
              <a:rPr lang="en-IE" sz="2800" dirty="0" err="1">
                <a:solidFill>
                  <a:schemeClr val="bg1"/>
                </a:solidFill>
              </a:rPr>
              <a:t>microsoft</a:t>
            </a:r>
            <a:r>
              <a:rPr lang="en-IE" sz="2800" dirty="0">
                <a:solidFill>
                  <a:schemeClr val="bg1"/>
                </a:solidFill>
              </a:rPr>
              <a:t>/</a:t>
            </a:r>
            <a:r>
              <a:rPr lang="en-IE" sz="2800" dirty="0" err="1">
                <a:solidFill>
                  <a:schemeClr val="bg1"/>
                </a:solidFill>
              </a:rPr>
              <a:t>monaco</a:t>
            </a:r>
            <a:r>
              <a:rPr lang="en-IE" sz="2800" dirty="0">
                <a:solidFill>
                  <a:schemeClr val="bg1"/>
                </a:solidFill>
              </a:rPr>
              <a:t>-editor</a:t>
            </a:r>
          </a:p>
        </p:txBody>
      </p:sp>
      <p:sp>
        <p:nvSpPr>
          <p:cNvPr id="5166" name="Header_6013">
            <a:extLst>
              <a:ext uri="{FF2B5EF4-FFF2-40B4-BE49-F238E27FC236}">
                <a16:creationId xmlns:a16="http://schemas.microsoft.com/office/drawing/2014/main" id="{B564EE9F-285A-8A9A-087F-D98B5F375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4686" y="39664190"/>
            <a:ext cx="9321394" cy="667371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74857">
            <a:spAutoFit/>
          </a:bodyPr>
          <a:lstStyle/>
          <a:p>
            <a:pPr algn="ctr"/>
            <a:r>
              <a:rPr lang="en-GB" sz="3600" b="1" dirty="0">
                <a:solidFill>
                  <a:srgbClr val="FFFFFF"/>
                </a:solidFill>
                <a:latin typeface="Arial"/>
              </a:rPr>
              <a:t>Acknowledgements</a:t>
            </a:r>
          </a:p>
        </p:txBody>
      </p:sp>
      <p:sp>
        <p:nvSpPr>
          <p:cNvPr id="5167" name="TextBox 5166">
            <a:extLst>
              <a:ext uri="{FF2B5EF4-FFF2-40B4-BE49-F238E27FC236}">
                <a16:creationId xmlns:a16="http://schemas.microsoft.com/office/drawing/2014/main" id="{20828B71-0E61-04CE-C3BC-55534E1275FE}"/>
              </a:ext>
            </a:extLst>
          </p:cNvPr>
          <p:cNvSpPr txBox="1"/>
          <p:nvPr/>
        </p:nvSpPr>
        <p:spPr>
          <a:xfrm>
            <a:off x="20350569" y="40390564"/>
            <a:ext cx="9321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 special thank you to my project supervisor </a:t>
            </a:r>
            <a:r>
              <a:rPr lang="en-GB" sz="3600" dirty="0">
                <a:solidFill>
                  <a:srgbClr val="FF9500"/>
                </a:solidFill>
              </a:rPr>
              <a:t>Douglas Mota Dias</a:t>
            </a:r>
            <a:r>
              <a:rPr lang="en-GB" sz="3600" dirty="0">
                <a:solidFill>
                  <a:schemeClr val="bg1"/>
                </a:solidFill>
              </a:rPr>
              <a:t>, and to </a:t>
            </a:r>
            <a:r>
              <a:rPr lang="en-GB" sz="3600" dirty="0">
                <a:solidFill>
                  <a:srgbClr val="FF9500"/>
                </a:solidFill>
              </a:rPr>
              <a:t>ATU</a:t>
            </a:r>
            <a:r>
              <a:rPr lang="en-GB" sz="3600" dirty="0">
                <a:solidFill>
                  <a:schemeClr val="bg1"/>
                </a:solidFill>
              </a:rPr>
              <a:t> for their support and resources.</a:t>
            </a:r>
            <a:endParaRPr lang="en-IE" sz="3600" dirty="0">
              <a:solidFill>
                <a:schemeClr val="bg1"/>
              </a:solidFill>
            </a:endParaRPr>
          </a:p>
        </p:txBody>
      </p:sp>
      <p:graphicFrame>
        <p:nvGraphicFramePr>
          <p:cNvPr id="5170" name="Diagram 5169">
            <a:extLst>
              <a:ext uri="{FF2B5EF4-FFF2-40B4-BE49-F238E27FC236}">
                <a16:creationId xmlns:a16="http://schemas.microsoft.com/office/drawing/2014/main" id="{FEAB02EE-4200-8D3C-1F2B-D9A8F7E65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7536268"/>
              </p:ext>
            </p:extLst>
          </p:nvPr>
        </p:nvGraphicFramePr>
        <p:xfrm>
          <a:off x="1041831" y="31838786"/>
          <a:ext cx="8606485" cy="3580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8" r:lo="rId59" r:qs="rId60" r:cs="rId61"/>
          </a:graphicData>
        </a:graphic>
      </p:graphicFrame>
      <p:graphicFrame>
        <p:nvGraphicFramePr>
          <p:cNvPr id="5177" name="Diagram 5176">
            <a:extLst>
              <a:ext uri="{FF2B5EF4-FFF2-40B4-BE49-F238E27FC236}">
                <a16:creationId xmlns:a16="http://schemas.microsoft.com/office/drawing/2014/main" id="{369EDCF0-5BC0-AEA2-EF09-8C27408A1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3270595"/>
              </p:ext>
            </p:extLst>
          </p:nvPr>
        </p:nvGraphicFramePr>
        <p:xfrm>
          <a:off x="12105353" y="30509849"/>
          <a:ext cx="7332146" cy="2657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3" r:lo="rId64" r:qs="rId65" r:cs="rId6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Personnalisée 3">
      <a:dk1>
        <a:srgbClr val="365794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D5667"/>
      </a:accent2>
      <a:accent3>
        <a:srgbClr val="14819B"/>
      </a:accent3>
      <a:accent4>
        <a:srgbClr val="000000"/>
      </a:accent4>
      <a:accent5>
        <a:srgbClr val="CEF0F8"/>
      </a:accent5>
      <a:accent6>
        <a:srgbClr val="BF9000"/>
      </a:accent6>
      <a:hlink>
        <a:srgbClr val="6CD3EB"/>
      </a:hlink>
      <a:folHlink>
        <a:srgbClr val="FFC0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19909</TotalTime>
  <Words>537</Words>
  <Application>Microsoft Office PowerPoint</Application>
  <PresentationFormat>Custom</PresentationFormat>
  <Paragraphs>133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Arial Narrow</vt:lpstr>
      <vt:lpstr>Custom Design</vt:lpstr>
      <vt:lpstr>1_Custom Design</vt:lpstr>
      <vt:lpstr>2_Custom Design</vt:lpstr>
      <vt:lpstr>PowerPoint Presentation</vt:lpstr>
    </vt:vector>
  </TitlesOfParts>
  <Manager/>
  <Company>ATU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 Portrait Poster Template</dc:title>
  <dc:subject/>
  <dc:creator/>
  <cp:keywords/>
  <dc:description/>
  <cp:lastModifiedBy>FIONN MC GOLDRICK - STUDENT</cp:lastModifiedBy>
  <cp:revision>463</cp:revision>
  <cp:lastPrinted>2009-11-10T08:04:03Z</cp:lastPrinted>
  <dcterms:created xsi:type="dcterms:W3CDTF">2009-11-10T07:29:27Z</dcterms:created>
  <dcterms:modified xsi:type="dcterms:W3CDTF">2026-04-26T14:19:41Z</dcterms:modified>
  <cp:category>Software Development</cp:category>
</cp:coreProperties>
</file>